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1" r:id="rId4"/>
    <p:sldId id="260" r:id="rId5"/>
    <p:sldId id="264" r:id="rId6"/>
    <p:sldId id="257" r:id="rId7"/>
    <p:sldId id="262" r:id="rId8"/>
    <p:sldId id="274" r:id="rId9"/>
    <p:sldId id="258" r:id="rId10"/>
    <p:sldId id="270" r:id="rId11"/>
    <p:sldId id="271" r:id="rId12"/>
    <p:sldId id="269" r:id="rId13"/>
    <p:sldId id="272" r:id="rId14"/>
    <p:sldId id="273" r:id="rId15"/>
    <p:sldId id="268" r:id="rId16"/>
    <p:sldId id="275" r:id="rId17"/>
    <p:sldId id="276" r:id="rId18"/>
    <p:sldId id="280" r:id="rId19"/>
    <p:sldId id="267" r:id="rId20"/>
    <p:sldId id="266" r:id="rId21"/>
    <p:sldId id="265" r:id="rId22"/>
    <p:sldId id="279" r:id="rId23"/>
    <p:sldId id="281" r:id="rId24"/>
    <p:sldId id="278" r:id="rId25"/>
    <p:sldId id="282" r:id="rId26"/>
    <p:sldId id="286" r:id="rId27"/>
    <p:sldId id="287" r:id="rId28"/>
    <p:sldId id="285" r:id="rId29"/>
    <p:sldId id="284" r:id="rId30"/>
    <p:sldId id="318" r:id="rId31"/>
    <p:sldId id="319" r:id="rId32"/>
    <p:sldId id="283" r:id="rId33"/>
    <p:sldId id="288" r:id="rId34"/>
    <p:sldId id="289" r:id="rId35"/>
    <p:sldId id="290" r:id="rId36"/>
    <p:sldId id="292" r:id="rId37"/>
    <p:sldId id="291" r:id="rId38"/>
    <p:sldId id="293" r:id="rId39"/>
    <p:sldId id="294" r:id="rId40"/>
    <p:sldId id="295" r:id="rId41"/>
    <p:sldId id="296" r:id="rId42"/>
    <p:sldId id="297" r:id="rId43"/>
    <p:sldId id="299" r:id="rId44"/>
    <p:sldId id="301" r:id="rId45"/>
    <p:sldId id="302" r:id="rId46"/>
    <p:sldId id="300" r:id="rId47"/>
    <p:sldId id="305" r:id="rId48"/>
    <p:sldId id="306" r:id="rId49"/>
    <p:sldId id="303" r:id="rId50"/>
    <p:sldId id="307" r:id="rId51"/>
    <p:sldId id="308" r:id="rId52"/>
    <p:sldId id="309" r:id="rId53"/>
    <p:sldId id="310" r:id="rId54"/>
    <p:sldId id="311" r:id="rId55"/>
    <p:sldId id="312" r:id="rId56"/>
    <p:sldId id="313" r:id="rId57"/>
    <p:sldId id="314" r:id="rId58"/>
    <p:sldId id="315" r:id="rId59"/>
    <p:sldId id="316" r:id="rId60"/>
    <p:sldId id="317" r:id="rId61"/>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77C5EE-7089-4964-B062-2DC8B9783783}" v="722" dt="2025-11-19T13:42:03.8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Phạm Văn" userId="7abd8466ffbba0b8" providerId="LiveId" clId="{BBC4529F-46CE-4B1D-B772-E068922449BC}"/>
    <pc:docChg chg="undo redo custSel addSld delSld modSld sldOrd">
      <pc:chgData name="Minh Phạm Văn" userId="7abd8466ffbba0b8" providerId="LiveId" clId="{BBC4529F-46CE-4B1D-B772-E068922449BC}" dt="2025-11-19T13:42:03.820" v="4648"/>
      <pc:docMkLst>
        <pc:docMk/>
      </pc:docMkLst>
      <pc:sldChg chg="modSp new mod">
        <pc:chgData name="Minh Phạm Văn" userId="7abd8466ffbba0b8" providerId="LiveId" clId="{BBC4529F-46CE-4B1D-B772-E068922449BC}" dt="2025-11-17T17:49:59.817" v="10" actId="255"/>
        <pc:sldMkLst>
          <pc:docMk/>
          <pc:sldMk cId="1721821668" sldId="256"/>
        </pc:sldMkLst>
        <pc:spChg chg="mod">
          <ac:chgData name="Minh Phạm Văn" userId="7abd8466ffbba0b8" providerId="LiveId" clId="{BBC4529F-46CE-4B1D-B772-E068922449BC}" dt="2025-11-17T17:49:43.112" v="6" actId="255"/>
          <ac:spMkLst>
            <pc:docMk/>
            <pc:sldMk cId="1721821668" sldId="256"/>
            <ac:spMk id="2" creationId="{1CB720E2-7879-8059-A75C-8311EE916BE5}"/>
          </ac:spMkLst>
        </pc:spChg>
        <pc:spChg chg="mod">
          <ac:chgData name="Minh Phạm Văn" userId="7abd8466ffbba0b8" providerId="LiveId" clId="{BBC4529F-46CE-4B1D-B772-E068922449BC}" dt="2025-11-17T17:49:59.817" v="10" actId="255"/>
          <ac:spMkLst>
            <pc:docMk/>
            <pc:sldMk cId="1721821668" sldId="256"/>
            <ac:spMk id="3" creationId="{E2D3C19D-4231-2D62-066A-5981897DEB38}"/>
          </ac:spMkLst>
        </pc:spChg>
      </pc:sldChg>
      <pc:sldChg chg="modSp new mod ord">
        <pc:chgData name="Minh Phạm Văn" userId="7abd8466ffbba0b8" providerId="LiveId" clId="{BBC4529F-46CE-4B1D-B772-E068922449BC}" dt="2025-11-17T18:05:22.957" v="350" actId="20577"/>
        <pc:sldMkLst>
          <pc:docMk/>
          <pc:sldMk cId="3961336223" sldId="257"/>
        </pc:sldMkLst>
        <pc:spChg chg="mod">
          <ac:chgData name="Minh Phạm Văn" userId="7abd8466ffbba0b8" providerId="LiveId" clId="{BBC4529F-46CE-4B1D-B772-E068922449BC}" dt="2025-11-17T17:54:39.525" v="129" actId="20577"/>
          <ac:spMkLst>
            <pc:docMk/>
            <pc:sldMk cId="3961336223" sldId="257"/>
            <ac:spMk id="2" creationId="{28DA4AE3-9609-F0B4-FE5C-5A48F52B27C7}"/>
          </ac:spMkLst>
        </pc:spChg>
        <pc:spChg chg="mod">
          <ac:chgData name="Minh Phạm Văn" userId="7abd8466ffbba0b8" providerId="LiveId" clId="{BBC4529F-46CE-4B1D-B772-E068922449BC}" dt="2025-11-17T18:05:22.957" v="350" actId="20577"/>
          <ac:spMkLst>
            <pc:docMk/>
            <pc:sldMk cId="3961336223" sldId="257"/>
            <ac:spMk id="3" creationId="{69113276-4611-3DC4-E53D-F88F5F71BDDD}"/>
          </ac:spMkLst>
        </pc:spChg>
      </pc:sldChg>
      <pc:sldChg chg="addSp modSp new mod">
        <pc:chgData name="Minh Phạm Văn" userId="7abd8466ffbba0b8" providerId="LiveId" clId="{BBC4529F-46CE-4B1D-B772-E068922449BC}" dt="2025-11-17T18:15:43.511" v="426" actId="1076"/>
        <pc:sldMkLst>
          <pc:docMk/>
          <pc:sldMk cId="2121890915" sldId="258"/>
        </pc:sldMkLst>
        <pc:spChg chg="mod">
          <ac:chgData name="Minh Phạm Văn" userId="7abd8466ffbba0b8" providerId="LiveId" clId="{BBC4529F-46CE-4B1D-B772-E068922449BC}" dt="2025-11-17T18:14:54.134" v="413" actId="20577"/>
          <ac:spMkLst>
            <pc:docMk/>
            <pc:sldMk cId="2121890915" sldId="258"/>
            <ac:spMk id="2" creationId="{4503B1D3-8A0A-4EC5-033C-3198369A6F75}"/>
          </ac:spMkLst>
        </pc:spChg>
        <pc:picChg chg="add mod">
          <ac:chgData name="Minh Phạm Văn" userId="7abd8466ffbba0b8" providerId="LiveId" clId="{BBC4529F-46CE-4B1D-B772-E068922449BC}" dt="2025-11-17T18:15:43.511" v="426" actId="1076"/>
          <ac:picMkLst>
            <pc:docMk/>
            <pc:sldMk cId="2121890915" sldId="258"/>
            <ac:picMk id="5" creationId="{C52F6DA3-6B9E-91F3-052C-B63C8CD2F06A}"/>
          </ac:picMkLst>
        </pc:picChg>
      </pc:sldChg>
      <pc:sldChg chg="addSp modSp new mod ord">
        <pc:chgData name="Minh Phạm Văn" userId="7abd8466ffbba0b8" providerId="LiveId" clId="{BBC4529F-46CE-4B1D-B772-E068922449BC}" dt="2025-11-17T18:06:11.489" v="356" actId="20577"/>
        <pc:sldMkLst>
          <pc:docMk/>
          <pc:sldMk cId="1390838045" sldId="259"/>
        </pc:sldMkLst>
        <pc:spChg chg="mod">
          <ac:chgData name="Minh Phạm Văn" userId="7abd8466ffbba0b8" providerId="LiveId" clId="{BBC4529F-46CE-4B1D-B772-E068922449BC}" dt="2025-11-17T17:50:10.178" v="28" actId="20577"/>
          <ac:spMkLst>
            <pc:docMk/>
            <pc:sldMk cId="1390838045" sldId="259"/>
            <ac:spMk id="2" creationId="{2199AA25-D9A0-03D5-90AC-E8A8B68866C1}"/>
          </ac:spMkLst>
        </pc:spChg>
        <pc:spChg chg="mod">
          <ac:chgData name="Minh Phạm Văn" userId="7abd8466ffbba0b8" providerId="LiveId" clId="{BBC4529F-46CE-4B1D-B772-E068922449BC}" dt="2025-11-17T18:06:11.489" v="356" actId="20577"/>
          <ac:spMkLst>
            <pc:docMk/>
            <pc:sldMk cId="1390838045" sldId="259"/>
            <ac:spMk id="3" creationId="{6BCB8B0F-C25A-76CD-BDFE-EBCE87C8892C}"/>
          </ac:spMkLst>
        </pc:spChg>
        <pc:picChg chg="add mod">
          <ac:chgData name="Minh Phạm Văn" userId="7abd8466ffbba0b8" providerId="LiveId" clId="{BBC4529F-46CE-4B1D-B772-E068922449BC}" dt="2025-11-17T17:50:45.618" v="42" actId="14100"/>
          <ac:picMkLst>
            <pc:docMk/>
            <pc:sldMk cId="1390838045" sldId="259"/>
            <ac:picMk id="4" creationId="{12504338-6AD8-C51C-A6B4-BBB31C202BE3}"/>
          </ac:picMkLst>
        </pc:picChg>
      </pc:sldChg>
      <pc:sldChg chg="modSp add mod">
        <pc:chgData name="Minh Phạm Văn" userId="7abd8466ffbba0b8" providerId="LiveId" clId="{BBC4529F-46CE-4B1D-B772-E068922449BC}" dt="2025-11-17T18:07:52.778" v="373" actId="27636"/>
        <pc:sldMkLst>
          <pc:docMk/>
          <pc:sldMk cId="2419874336" sldId="260"/>
        </pc:sldMkLst>
        <pc:spChg chg="mod">
          <ac:chgData name="Minh Phạm Văn" userId="7abd8466ffbba0b8" providerId="LiveId" clId="{BBC4529F-46CE-4B1D-B772-E068922449BC}" dt="2025-11-17T18:07:52.778" v="373" actId="27636"/>
          <ac:spMkLst>
            <pc:docMk/>
            <pc:sldMk cId="2419874336" sldId="260"/>
            <ac:spMk id="3" creationId="{B0DCBBC6-2487-EE78-38D4-6CD2D35A68D2}"/>
          </ac:spMkLst>
        </pc:spChg>
      </pc:sldChg>
      <pc:sldChg chg="modSp add mod">
        <pc:chgData name="Minh Phạm Văn" userId="7abd8466ffbba0b8" providerId="LiveId" clId="{BBC4529F-46CE-4B1D-B772-E068922449BC}" dt="2025-11-17T17:51:00.936" v="47" actId="2711"/>
        <pc:sldMkLst>
          <pc:docMk/>
          <pc:sldMk cId="2313711285" sldId="261"/>
        </pc:sldMkLst>
        <pc:spChg chg="mod">
          <ac:chgData name="Minh Phạm Văn" userId="7abd8466ffbba0b8" providerId="LiveId" clId="{BBC4529F-46CE-4B1D-B772-E068922449BC}" dt="2025-11-17T17:51:00.936" v="47" actId="2711"/>
          <ac:spMkLst>
            <pc:docMk/>
            <pc:sldMk cId="2313711285" sldId="261"/>
            <ac:spMk id="3" creationId="{A01F06D3-25FF-3DD0-5F83-01C2B050DF44}"/>
          </ac:spMkLst>
        </pc:spChg>
      </pc:sldChg>
      <pc:sldChg chg="modSp add mod">
        <pc:chgData name="Minh Phạm Văn" userId="7abd8466ffbba0b8" providerId="LiveId" clId="{BBC4529F-46CE-4B1D-B772-E068922449BC}" dt="2025-11-17T18:42:11.566" v="1118" actId="20577"/>
        <pc:sldMkLst>
          <pc:docMk/>
          <pc:sldMk cId="2327455835" sldId="262"/>
        </pc:sldMkLst>
        <pc:spChg chg="mod">
          <ac:chgData name="Minh Phạm Văn" userId="7abd8466ffbba0b8" providerId="LiveId" clId="{BBC4529F-46CE-4B1D-B772-E068922449BC}" dt="2025-11-17T18:35:19.359" v="811" actId="20577"/>
          <ac:spMkLst>
            <pc:docMk/>
            <pc:sldMk cId="2327455835" sldId="262"/>
            <ac:spMk id="2" creationId="{DB969C98-CBFF-DBC4-B357-CC6FB01810FE}"/>
          </ac:spMkLst>
        </pc:spChg>
        <pc:spChg chg="mod">
          <ac:chgData name="Minh Phạm Văn" userId="7abd8466ffbba0b8" providerId="LiveId" clId="{BBC4529F-46CE-4B1D-B772-E068922449BC}" dt="2025-11-17T18:42:11.566" v="1118" actId="20577"/>
          <ac:spMkLst>
            <pc:docMk/>
            <pc:sldMk cId="2327455835" sldId="262"/>
            <ac:spMk id="3" creationId="{130955E8-645F-59E0-B147-21B59DDC5B8B}"/>
          </ac:spMkLst>
        </pc:spChg>
      </pc:sldChg>
      <pc:sldChg chg="add del">
        <pc:chgData name="Minh Phạm Văn" userId="7abd8466ffbba0b8" providerId="LiveId" clId="{BBC4529F-46CE-4B1D-B772-E068922449BC}" dt="2025-11-19T12:54:17.077" v="4568" actId="47"/>
        <pc:sldMkLst>
          <pc:docMk/>
          <pc:sldMk cId="2327033908" sldId="263"/>
        </pc:sldMkLst>
      </pc:sldChg>
      <pc:sldChg chg="modSp add mod">
        <pc:chgData name="Minh Phạm Văn" userId="7abd8466ffbba0b8" providerId="LiveId" clId="{BBC4529F-46CE-4B1D-B772-E068922449BC}" dt="2025-11-17T18:10:08.925" v="402" actId="113"/>
        <pc:sldMkLst>
          <pc:docMk/>
          <pc:sldMk cId="2526190962" sldId="264"/>
        </pc:sldMkLst>
        <pc:spChg chg="mod">
          <ac:chgData name="Minh Phạm Văn" userId="7abd8466ffbba0b8" providerId="LiveId" clId="{BBC4529F-46CE-4B1D-B772-E068922449BC}" dt="2025-11-17T18:10:08.925" v="402" actId="113"/>
          <ac:spMkLst>
            <pc:docMk/>
            <pc:sldMk cId="2526190962" sldId="264"/>
            <ac:spMk id="3" creationId="{6D6DA556-2AFE-DDAA-0C6A-FC7CE32536C0}"/>
          </ac:spMkLst>
        </pc:spChg>
      </pc:sldChg>
      <pc:sldChg chg="addSp modSp add mod">
        <pc:chgData name="Minh Phạm Văn" userId="7abd8466ffbba0b8" providerId="LiveId" clId="{BBC4529F-46CE-4B1D-B772-E068922449BC}" dt="2025-11-18T13:57:53.462" v="2135"/>
        <pc:sldMkLst>
          <pc:docMk/>
          <pc:sldMk cId="54715430" sldId="265"/>
        </pc:sldMkLst>
        <pc:spChg chg="mod">
          <ac:chgData name="Minh Phạm Văn" userId="7abd8466ffbba0b8" providerId="LiveId" clId="{BBC4529F-46CE-4B1D-B772-E068922449BC}" dt="2025-11-18T13:57:53.462" v="2135"/>
          <ac:spMkLst>
            <pc:docMk/>
            <pc:sldMk cId="54715430" sldId="265"/>
            <ac:spMk id="3" creationId="{4767C5B6-7E38-E114-CF3D-17F417DD0B64}"/>
          </ac:spMkLst>
        </pc:spChg>
        <pc:spChg chg="add">
          <ac:chgData name="Minh Phạm Văn" userId="7abd8466ffbba0b8" providerId="LiveId" clId="{BBC4529F-46CE-4B1D-B772-E068922449BC}" dt="2025-11-18T13:08:40.693" v="1688"/>
          <ac:spMkLst>
            <pc:docMk/>
            <pc:sldMk cId="54715430" sldId="265"/>
            <ac:spMk id="4" creationId="{564AE430-A953-D527-FA4C-DBE088FB5841}"/>
          </ac:spMkLst>
        </pc:spChg>
        <pc:spChg chg="add">
          <ac:chgData name="Minh Phạm Văn" userId="7abd8466ffbba0b8" providerId="LiveId" clId="{BBC4529F-46CE-4B1D-B772-E068922449BC}" dt="2025-11-18T13:13:16.505" v="1773"/>
          <ac:spMkLst>
            <pc:docMk/>
            <pc:sldMk cId="54715430" sldId="265"/>
            <ac:spMk id="5" creationId="{58CA3E75-31CB-59ED-4089-5F18291AAD05}"/>
          </ac:spMkLst>
        </pc:spChg>
      </pc:sldChg>
      <pc:sldChg chg="addSp modSp add mod">
        <pc:chgData name="Minh Phạm Văn" userId="7abd8466ffbba0b8" providerId="LiveId" clId="{BBC4529F-46CE-4B1D-B772-E068922449BC}" dt="2025-11-18T13:17:26.481" v="1885" actId="113"/>
        <pc:sldMkLst>
          <pc:docMk/>
          <pc:sldMk cId="3503421689" sldId="266"/>
        </pc:sldMkLst>
        <pc:spChg chg="mod">
          <ac:chgData name="Minh Phạm Văn" userId="7abd8466ffbba0b8" providerId="LiveId" clId="{BBC4529F-46CE-4B1D-B772-E068922449BC}" dt="2025-11-18T13:17:26.481" v="1885" actId="113"/>
          <ac:spMkLst>
            <pc:docMk/>
            <pc:sldMk cId="3503421689" sldId="266"/>
            <ac:spMk id="3" creationId="{A623C765-4FA8-20A5-8580-A5CEC32C4918}"/>
          </ac:spMkLst>
        </pc:spChg>
        <pc:picChg chg="add mod">
          <ac:chgData name="Minh Phạm Văn" userId="7abd8466ffbba0b8" providerId="LiveId" clId="{BBC4529F-46CE-4B1D-B772-E068922449BC}" dt="2025-11-18T13:06:55.967" v="1684" actId="1076"/>
          <ac:picMkLst>
            <pc:docMk/>
            <pc:sldMk cId="3503421689" sldId="266"/>
            <ac:picMk id="5" creationId="{697124E1-FC3B-3D83-7368-D27E9D0E8253}"/>
          </ac:picMkLst>
        </pc:picChg>
      </pc:sldChg>
      <pc:sldChg chg="addSp delSp modSp add mod">
        <pc:chgData name="Minh Phạm Văn" userId="7abd8466ffbba0b8" providerId="LiveId" clId="{BBC4529F-46CE-4B1D-B772-E068922449BC}" dt="2025-11-18T13:34:34.541" v="2131" actId="20577"/>
        <pc:sldMkLst>
          <pc:docMk/>
          <pc:sldMk cId="1420711559" sldId="267"/>
        </pc:sldMkLst>
        <pc:spChg chg="mod">
          <ac:chgData name="Minh Phạm Văn" userId="7abd8466ffbba0b8" providerId="LiveId" clId="{BBC4529F-46CE-4B1D-B772-E068922449BC}" dt="2025-11-18T13:34:34.541" v="2131" actId="20577"/>
          <ac:spMkLst>
            <pc:docMk/>
            <pc:sldMk cId="1420711559" sldId="267"/>
            <ac:spMk id="3" creationId="{4C9CE031-9756-52E3-EEC4-F93F0FD8B329}"/>
          </ac:spMkLst>
        </pc:spChg>
        <pc:spChg chg="add">
          <ac:chgData name="Minh Phạm Văn" userId="7abd8466ffbba0b8" providerId="LiveId" clId="{BBC4529F-46CE-4B1D-B772-E068922449BC}" dt="2025-11-18T09:57:25.257" v="1549"/>
          <ac:spMkLst>
            <pc:docMk/>
            <pc:sldMk cId="1420711559" sldId="267"/>
            <ac:spMk id="4" creationId="{C1086B04-D6C5-9F6D-71A8-045E83FC9640}"/>
          </ac:spMkLst>
        </pc:spChg>
        <pc:spChg chg="add">
          <ac:chgData name="Minh Phạm Văn" userId="7abd8466ffbba0b8" providerId="LiveId" clId="{BBC4529F-46CE-4B1D-B772-E068922449BC}" dt="2025-11-18T09:58:41.323" v="1618"/>
          <ac:spMkLst>
            <pc:docMk/>
            <pc:sldMk cId="1420711559" sldId="267"/>
            <ac:spMk id="5" creationId="{4056633F-3EFA-2EB7-5F5A-DBAA7A6E2ADF}"/>
          </ac:spMkLst>
        </pc:spChg>
        <pc:picChg chg="add del mod">
          <ac:chgData name="Minh Phạm Văn" userId="7abd8466ffbba0b8" providerId="LiveId" clId="{BBC4529F-46CE-4B1D-B772-E068922449BC}" dt="2025-11-18T10:00:31.225" v="1668" actId="22"/>
          <ac:picMkLst>
            <pc:docMk/>
            <pc:sldMk cId="1420711559" sldId="267"/>
            <ac:picMk id="7" creationId="{1DFCC1DE-5B16-CFFA-B6EC-C5829A7D442B}"/>
          </ac:picMkLst>
        </pc:picChg>
      </pc:sldChg>
      <pc:sldChg chg="addSp modSp add mod">
        <pc:chgData name="Minh Phạm Văn" userId="7abd8466ffbba0b8" providerId="LiveId" clId="{BBC4529F-46CE-4B1D-B772-E068922449BC}" dt="2025-11-18T09:29:43.266" v="1543" actId="20577"/>
        <pc:sldMkLst>
          <pc:docMk/>
          <pc:sldMk cId="2091495597" sldId="268"/>
        </pc:sldMkLst>
        <pc:spChg chg="mod">
          <ac:chgData name="Minh Phạm Văn" userId="7abd8466ffbba0b8" providerId="LiveId" clId="{BBC4529F-46CE-4B1D-B772-E068922449BC}" dt="2025-11-18T09:29:43.266" v="1543" actId="20577"/>
          <ac:spMkLst>
            <pc:docMk/>
            <pc:sldMk cId="2091495597" sldId="268"/>
            <ac:spMk id="3" creationId="{DFD8D489-7AB0-40BE-9A43-538853ACC112}"/>
          </ac:spMkLst>
        </pc:spChg>
        <pc:spChg chg="add">
          <ac:chgData name="Minh Phạm Văn" userId="7abd8466ffbba0b8" providerId="LiveId" clId="{BBC4529F-46CE-4B1D-B772-E068922449BC}" dt="2025-11-18T09:01:43.804" v="1140"/>
          <ac:spMkLst>
            <pc:docMk/>
            <pc:sldMk cId="2091495597" sldId="268"/>
            <ac:spMk id="4" creationId="{18CA757F-B756-DA4F-26D6-E05C691C9ACE}"/>
          </ac:spMkLst>
        </pc:spChg>
        <pc:spChg chg="add">
          <ac:chgData name="Minh Phạm Văn" userId="7abd8466ffbba0b8" providerId="LiveId" clId="{BBC4529F-46CE-4B1D-B772-E068922449BC}" dt="2025-11-18T09:02:08.887" v="1141"/>
          <ac:spMkLst>
            <pc:docMk/>
            <pc:sldMk cId="2091495597" sldId="268"/>
            <ac:spMk id="5" creationId="{5CBED5CB-A80E-0B65-1E91-5C6DB3F2148A}"/>
          </ac:spMkLst>
        </pc:spChg>
        <pc:spChg chg="add">
          <ac:chgData name="Minh Phạm Văn" userId="7abd8466ffbba0b8" providerId="LiveId" clId="{BBC4529F-46CE-4B1D-B772-E068922449BC}" dt="2025-11-18T09:02:19.706" v="1142"/>
          <ac:spMkLst>
            <pc:docMk/>
            <pc:sldMk cId="2091495597" sldId="268"/>
            <ac:spMk id="6" creationId="{1D1E14EF-A43E-2147-54A2-96AB6824A5CA}"/>
          </ac:spMkLst>
        </pc:spChg>
        <pc:spChg chg="add">
          <ac:chgData name="Minh Phạm Văn" userId="7abd8466ffbba0b8" providerId="LiveId" clId="{BBC4529F-46CE-4B1D-B772-E068922449BC}" dt="2025-11-18T09:05:53.364" v="1205"/>
          <ac:spMkLst>
            <pc:docMk/>
            <pc:sldMk cId="2091495597" sldId="268"/>
            <ac:spMk id="7" creationId="{EEE70701-9F12-3FB6-CC2D-8B9D046E1E32}"/>
          </ac:spMkLst>
        </pc:spChg>
        <pc:picChg chg="add mod modCrop">
          <ac:chgData name="Minh Phạm Văn" userId="7abd8466ffbba0b8" providerId="LiveId" clId="{BBC4529F-46CE-4B1D-B772-E068922449BC}" dt="2025-11-18T09:14:21.614" v="1266" actId="1076"/>
          <ac:picMkLst>
            <pc:docMk/>
            <pc:sldMk cId="2091495597" sldId="268"/>
            <ac:picMk id="9" creationId="{1A96D501-3035-EBD5-5EB1-DDC8CEFB109B}"/>
          </ac:picMkLst>
        </pc:picChg>
      </pc:sldChg>
      <pc:sldChg chg="modSp add mod">
        <pc:chgData name="Minh Phạm Văn" userId="7abd8466ffbba0b8" providerId="LiveId" clId="{BBC4529F-46CE-4B1D-B772-E068922449BC}" dt="2025-11-17T18:29:42.512" v="734" actId="20577"/>
        <pc:sldMkLst>
          <pc:docMk/>
          <pc:sldMk cId="3535897327" sldId="269"/>
        </pc:sldMkLst>
        <pc:spChg chg="mod">
          <ac:chgData name="Minh Phạm Văn" userId="7abd8466ffbba0b8" providerId="LiveId" clId="{BBC4529F-46CE-4B1D-B772-E068922449BC}" dt="2025-11-17T18:29:42.512" v="734" actId="20577"/>
          <ac:spMkLst>
            <pc:docMk/>
            <pc:sldMk cId="3535897327" sldId="269"/>
            <ac:spMk id="3" creationId="{9F16FFCC-5EC5-DF94-3CC7-1A80D8E2D121}"/>
          </ac:spMkLst>
        </pc:spChg>
      </pc:sldChg>
      <pc:sldChg chg="addSp delSp modSp add mod">
        <pc:chgData name="Minh Phạm Văn" userId="7abd8466ffbba0b8" providerId="LiveId" clId="{BBC4529F-46CE-4B1D-B772-E068922449BC}" dt="2025-11-17T18:26:56.137" v="674" actId="478"/>
        <pc:sldMkLst>
          <pc:docMk/>
          <pc:sldMk cId="1945641317" sldId="270"/>
        </pc:sldMkLst>
        <pc:spChg chg="mod">
          <ac:chgData name="Minh Phạm Văn" userId="7abd8466ffbba0b8" providerId="LiveId" clId="{BBC4529F-46CE-4B1D-B772-E068922449BC}" dt="2025-11-17T18:26:55.183" v="673" actId="20577"/>
          <ac:spMkLst>
            <pc:docMk/>
            <pc:sldMk cId="1945641317" sldId="270"/>
            <ac:spMk id="3" creationId="{4F8075E3-7547-6710-E554-9BFFEECC05B7}"/>
          </ac:spMkLst>
        </pc:spChg>
      </pc:sldChg>
      <pc:sldChg chg="modSp add mod">
        <pc:chgData name="Minh Phạm Văn" userId="7abd8466ffbba0b8" providerId="LiveId" clId="{BBC4529F-46CE-4B1D-B772-E068922449BC}" dt="2025-11-17T18:27:33.063" v="692" actId="20577"/>
        <pc:sldMkLst>
          <pc:docMk/>
          <pc:sldMk cId="3195587908" sldId="271"/>
        </pc:sldMkLst>
        <pc:spChg chg="mod">
          <ac:chgData name="Minh Phạm Văn" userId="7abd8466ffbba0b8" providerId="LiveId" clId="{BBC4529F-46CE-4B1D-B772-E068922449BC}" dt="2025-11-17T18:27:33.063" v="692" actId="20577"/>
          <ac:spMkLst>
            <pc:docMk/>
            <pc:sldMk cId="3195587908" sldId="271"/>
            <ac:spMk id="3" creationId="{E0562DBD-6287-785E-C1A8-EFE9BD911F91}"/>
          </ac:spMkLst>
        </pc:spChg>
        <pc:picChg chg="mod">
          <ac:chgData name="Minh Phạm Văn" userId="7abd8466ffbba0b8" providerId="LiveId" clId="{BBC4529F-46CE-4B1D-B772-E068922449BC}" dt="2025-11-17T18:27:15.629" v="688" actId="1076"/>
          <ac:picMkLst>
            <pc:docMk/>
            <pc:sldMk cId="3195587908" sldId="271"/>
            <ac:picMk id="5" creationId="{E4DD8E21-2DAF-9293-29C3-C3B0E55EAD77}"/>
          </ac:picMkLst>
        </pc:picChg>
      </pc:sldChg>
      <pc:sldChg chg="addSp delSp modSp add mod">
        <pc:chgData name="Minh Phạm Văn" userId="7abd8466ffbba0b8" providerId="LiveId" clId="{BBC4529F-46CE-4B1D-B772-E068922449BC}" dt="2025-11-17T18:32:22.301" v="753" actId="22"/>
        <pc:sldMkLst>
          <pc:docMk/>
          <pc:sldMk cId="3472194906" sldId="272"/>
        </pc:sldMkLst>
        <pc:spChg chg="mod">
          <ac:chgData name="Minh Phạm Văn" userId="7abd8466ffbba0b8" providerId="LiveId" clId="{BBC4529F-46CE-4B1D-B772-E068922449BC}" dt="2025-11-17T18:31:12.293" v="741" actId="5793"/>
          <ac:spMkLst>
            <pc:docMk/>
            <pc:sldMk cId="3472194906" sldId="272"/>
            <ac:spMk id="3" creationId="{0396E67A-06FF-0798-DA78-455474BF23C7}"/>
          </ac:spMkLst>
        </pc:spChg>
        <pc:picChg chg="add mod">
          <ac:chgData name="Minh Phạm Văn" userId="7abd8466ffbba0b8" providerId="LiveId" clId="{BBC4529F-46CE-4B1D-B772-E068922449BC}" dt="2025-11-17T18:32:01.923" v="749" actId="1076"/>
          <ac:picMkLst>
            <pc:docMk/>
            <pc:sldMk cId="3472194906" sldId="272"/>
            <ac:picMk id="7" creationId="{17042743-AD82-B7C8-BDE9-A204A64F1DE4}"/>
          </ac:picMkLst>
        </pc:picChg>
      </pc:sldChg>
      <pc:sldChg chg="addSp delSp modSp add mod">
        <pc:chgData name="Minh Phạm Văn" userId="7abd8466ffbba0b8" providerId="LiveId" clId="{BBC4529F-46CE-4B1D-B772-E068922449BC}" dt="2025-11-17T18:33:43.912" v="788" actId="113"/>
        <pc:sldMkLst>
          <pc:docMk/>
          <pc:sldMk cId="962502176" sldId="273"/>
        </pc:sldMkLst>
        <pc:spChg chg="mod">
          <ac:chgData name="Minh Phạm Văn" userId="7abd8466ffbba0b8" providerId="LiveId" clId="{BBC4529F-46CE-4B1D-B772-E068922449BC}" dt="2025-11-17T18:33:43.912" v="788" actId="113"/>
          <ac:spMkLst>
            <pc:docMk/>
            <pc:sldMk cId="962502176" sldId="273"/>
            <ac:spMk id="3" creationId="{7BC08607-CF5D-AF48-2B46-70CD81905A3A}"/>
          </ac:spMkLst>
        </pc:spChg>
        <pc:picChg chg="add mod">
          <ac:chgData name="Minh Phạm Văn" userId="7abd8466ffbba0b8" providerId="LiveId" clId="{BBC4529F-46CE-4B1D-B772-E068922449BC}" dt="2025-11-17T18:33:38.429" v="787" actId="1076"/>
          <ac:picMkLst>
            <pc:docMk/>
            <pc:sldMk cId="962502176" sldId="273"/>
            <ac:picMk id="5" creationId="{4B2F120A-69FC-F136-9758-296EF4CB4020}"/>
          </ac:picMkLst>
        </pc:picChg>
      </pc:sldChg>
      <pc:sldChg chg="modSp add mod">
        <pc:chgData name="Minh Phạm Văn" userId="7abd8466ffbba0b8" providerId="LiveId" clId="{BBC4529F-46CE-4B1D-B772-E068922449BC}" dt="2025-11-17T18:41:41.644" v="1112" actId="20577"/>
        <pc:sldMkLst>
          <pc:docMk/>
          <pc:sldMk cId="2667668947" sldId="274"/>
        </pc:sldMkLst>
        <pc:spChg chg="mod">
          <ac:chgData name="Minh Phạm Văn" userId="7abd8466ffbba0b8" providerId="LiveId" clId="{BBC4529F-46CE-4B1D-B772-E068922449BC}" dt="2025-11-17T18:41:41.644" v="1112" actId="20577"/>
          <ac:spMkLst>
            <pc:docMk/>
            <pc:sldMk cId="2667668947" sldId="274"/>
            <ac:spMk id="3" creationId="{47610EA1-21DF-636E-A5DD-66A206A54A38}"/>
          </ac:spMkLst>
        </pc:spChg>
      </pc:sldChg>
      <pc:sldChg chg="addSp delSp modSp add mod">
        <pc:chgData name="Minh Phạm Văn" userId="7abd8466ffbba0b8" providerId="LiveId" clId="{BBC4529F-46CE-4B1D-B772-E068922449BC}" dt="2025-11-18T09:20:26.694" v="1435" actId="14100"/>
        <pc:sldMkLst>
          <pc:docMk/>
          <pc:sldMk cId="2303445126" sldId="275"/>
        </pc:sldMkLst>
        <pc:spChg chg="mod">
          <ac:chgData name="Minh Phạm Văn" userId="7abd8466ffbba0b8" providerId="LiveId" clId="{BBC4529F-46CE-4B1D-B772-E068922449BC}" dt="2025-11-18T09:20:14.785" v="1433" actId="20577"/>
          <ac:spMkLst>
            <pc:docMk/>
            <pc:sldMk cId="2303445126" sldId="275"/>
            <ac:spMk id="3" creationId="{BF0D0D9F-8945-9DE0-DCAA-A3573A700445}"/>
          </ac:spMkLst>
        </pc:spChg>
        <pc:spChg chg="add">
          <ac:chgData name="Minh Phạm Văn" userId="7abd8466ffbba0b8" providerId="LiveId" clId="{BBC4529F-46CE-4B1D-B772-E068922449BC}" dt="2025-11-18T09:12:56.470" v="1253"/>
          <ac:spMkLst>
            <pc:docMk/>
            <pc:sldMk cId="2303445126" sldId="275"/>
            <ac:spMk id="4" creationId="{CF8DF656-6581-B101-5523-148436EFB138}"/>
          </ac:spMkLst>
        </pc:spChg>
        <pc:spChg chg="add">
          <ac:chgData name="Minh Phạm Văn" userId="7abd8466ffbba0b8" providerId="LiveId" clId="{BBC4529F-46CE-4B1D-B772-E068922449BC}" dt="2025-11-18T09:13:22.135" v="1258"/>
          <ac:spMkLst>
            <pc:docMk/>
            <pc:sldMk cId="2303445126" sldId="275"/>
            <ac:spMk id="5" creationId="{E4EEDC0A-2BCF-4D0C-3CB4-6F5E6897A464}"/>
          </ac:spMkLst>
        </pc:spChg>
        <pc:spChg chg="add">
          <ac:chgData name="Minh Phạm Văn" userId="7abd8466ffbba0b8" providerId="LiveId" clId="{BBC4529F-46CE-4B1D-B772-E068922449BC}" dt="2025-11-18T09:18:01.308" v="1394"/>
          <ac:spMkLst>
            <pc:docMk/>
            <pc:sldMk cId="2303445126" sldId="275"/>
            <ac:spMk id="11" creationId="{5074BBD1-5031-3180-C10C-CC9D9C04B5AC}"/>
          </ac:spMkLst>
        </pc:spChg>
        <pc:spChg chg="add">
          <ac:chgData name="Minh Phạm Văn" userId="7abd8466ffbba0b8" providerId="LiveId" clId="{BBC4529F-46CE-4B1D-B772-E068922449BC}" dt="2025-11-18T09:18:28.914" v="1409"/>
          <ac:spMkLst>
            <pc:docMk/>
            <pc:sldMk cId="2303445126" sldId="275"/>
            <ac:spMk id="12" creationId="{E36B1DB2-1110-6F2C-F5D5-2CFDDC3A0D42}"/>
          </ac:spMkLst>
        </pc:spChg>
        <pc:picChg chg="add del mod">
          <ac:chgData name="Minh Phạm Văn" userId="7abd8466ffbba0b8" providerId="LiveId" clId="{BBC4529F-46CE-4B1D-B772-E068922449BC}" dt="2025-11-18T09:17:23.272" v="1381" actId="478"/>
          <ac:picMkLst>
            <pc:docMk/>
            <pc:sldMk cId="2303445126" sldId="275"/>
            <ac:picMk id="7" creationId="{C2BDAA8B-43CE-091C-3103-B85ADE0A49FD}"/>
          </ac:picMkLst>
        </pc:picChg>
        <pc:picChg chg="add mod">
          <ac:chgData name="Minh Phạm Văn" userId="7abd8466ffbba0b8" providerId="LiveId" clId="{BBC4529F-46CE-4B1D-B772-E068922449BC}" dt="2025-11-18T09:20:26.694" v="1435" actId="14100"/>
          <ac:picMkLst>
            <pc:docMk/>
            <pc:sldMk cId="2303445126" sldId="275"/>
            <ac:picMk id="9" creationId="{3E4BC329-8A08-F874-611E-666D7F1387C1}"/>
          </ac:picMkLst>
        </pc:picChg>
        <pc:picChg chg="add mod">
          <ac:chgData name="Minh Phạm Văn" userId="7abd8466ffbba0b8" providerId="LiveId" clId="{BBC4529F-46CE-4B1D-B772-E068922449BC}" dt="2025-11-18T09:20:22.861" v="1434" actId="14100"/>
          <ac:picMkLst>
            <pc:docMk/>
            <pc:sldMk cId="2303445126" sldId="275"/>
            <ac:picMk id="10" creationId="{B09A6628-A310-555E-ACF0-900F2E81158C}"/>
          </ac:picMkLst>
        </pc:picChg>
      </pc:sldChg>
      <pc:sldChg chg="addSp delSp modSp add mod">
        <pc:chgData name="Minh Phạm Văn" userId="7abd8466ffbba0b8" providerId="LiveId" clId="{BBC4529F-46CE-4B1D-B772-E068922449BC}" dt="2025-11-18T09:58:18.756" v="1611"/>
        <pc:sldMkLst>
          <pc:docMk/>
          <pc:sldMk cId="3705187084" sldId="276"/>
        </pc:sldMkLst>
        <pc:spChg chg="mod">
          <ac:chgData name="Minh Phạm Văn" userId="7abd8466ffbba0b8" providerId="LiveId" clId="{BBC4529F-46CE-4B1D-B772-E068922449BC}" dt="2025-11-18T09:58:18.756" v="1611"/>
          <ac:spMkLst>
            <pc:docMk/>
            <pc:sldMk cId="3705187084" sldId="276"/>
            <ac:spMk id="3" creationId="{B332697F-4D78-BF1F-5D67-30AF3B1B0E1F}"/>
          </ac:spMkLst>
        </pc:spChg>
        <pc:spChg chg="add">
          <ac:chgData name="Minh Phạm Văn" userId="7abd8466ffbba0b8" providerId="LiveId" clId="{BBC4529F-46CE-4B1D-B772-E068922449BC}" dt="2025-11-18T09:22:41.600" v="1442"/>
          <ac:spMkLst>
            <pc:docMk/>
            <pc:sldMk cId="3705187084" sldId="276"/>
            <ac:spMk id="4" creationId="{2610296D-4736-94AB-8A23-81E569AF3FCD}"/>
          </ac:spMkLst>
        </pc:spChg>
        <pc:spChg chg="add">
          <ac:chgData name="Minh Phạm Văn" userId="7abd8466ffbba0b8" providerId="LiveId" clId="{BBC4529F-46CE-4B1D-B772-E068922449BC}" dt="2025-11-18T09:25:39.593" v="1506"/>
          <ac:spMkLst>
            <pc:docMk/>
            <pc:sldMk cId="3705187084" sldId="276"/>
            <ac:spMk id="7" creationId="{2DF33538-A7D1-6FB4-66DD-9089801C4733}"/>
          </ac:spMkLst>
        </pc:spChg>
        <pc:picChg chg="add mod">
          <ac:chgData name="Minh Phạm Văn" userId="7abd8466ffbba0b8" providerId="LiveId" clId="{BBC4529F-46CE-4B1D-B772-E068922449BC}" dt="2025-11-18T09:26:55.720" v="1530" actId="1076"/>
          <ac:picMkLst>
            <pc:docMk/>
            <pc:sldMk cId="3705187084" sldId="276"/>
            <ac:picMk id="6" creationId="{2F295F52-349F-CC0D-7776-EB839B854482}"/>
          </ac:picMkLst>
        </pc:picChg>
        <pc:picChg chg="del">
          <ac:chgData name="Minh Phạm Văn" userId="7abd8466ffbba0b8" providerId="LiveId" clId="{BBC4529F-46CE-4B1D-B772-E068922449BC}" dt="2025-11-18T09:22:32.170" v="1439" actId="478"/>
          <ac:picMkLst>
            <pc:docMk/>
            <pc:sldMk cId="3705187084" sldId="276"/>
            <ac:picMk id="9" creationId="{92C4149A-7A30-9DE7-85ED-5F407C43E975}"/>
          </ac:picMkLst>
        </pc:picChg>
        <pc:picChg chg="del">
          <ac:chgData name="Minh Phạm Văn" userId="7abd8466ffbba0b8" providerId="LiveId" clId="{BBC4529F-46CE-4B1D-B772-E068922449BC}" dt="2025-11-18T09:22:31.642" v="1438" actId="478"/>
          <ac:picMkLst>
            <pc:docMk/>
            <pc:sldMk cId="3705187084" sldId="276"/>
            <ac:picMk id="10" creationId="{014B3FAE-3C0E-71BF-776A-F5192D24F4FC}"/>
          </ac:picMkLst>
        </pc:picChg>
        <pc:picChg chg="add mod">
          <ac:chgData name="Minh Phạm Văn" userId="7abd8466ffbba0b8" providerId="LiveId" clId="{BBC4529F-46CE-4B1D-B772-E068922449BC}" dt="2025-11-18T09:26:48.557" v="1527" actId="1076"/>
          <ac:picMkLst>
            <pc:docMk/>
            <pc:sldMk cId="3705187084" sldId="276"/>
            <ac:picMk id="11" creationId="{30C611C6-8936-E674-8092-42AD86DCFCF8}"/>
          </ac:picMkLst>
        </pc:picChg>
      </pc:sldChg>
      <pc:sldChg chg="add del">
        <pc:chgData name="Minh Phạm Văn" userId="7abd8466ffbba0b8" providerId="LiveId" clId="{BBC4529F-46CE-4B1D-B772-E068922449BC}" dt="2025-11-19T09:11:46.485" v="4401" actId="47"/>
        <pc:sldMkLst>
          <pc:docMk/>
          <pc:sldMk cId="3620617602" sldId="277"/>
        </pc:sldMkLst>
      </pc:sldChg>
      <pc:sldChg chg="addSp delSp modSp add mod">
        <pc:chgData name="Minh Phạm Văn" userId="7abd8466ffbba0b8" providerId="LiveId" clId="{BBC4529F-46CE-4B1D-B772-E068922449BC}" dt="2025-11-18T14:47:03.875" v="2388" actId="1076"/>
        <pc:sldMkLst>
          <pc:docMk/>
          <pc:sldMk cId="2181959468" sldId="278"/>
        </pc:sldMkLst>
        <pc:spChg chg="del">
          <ac:chgData name="Minh Phạm Văn" userId="7abd8466ffbba0b8" providerId="LiveId" clId="{BBC4529F-46CE-4B1D-B772-E068922449BC}" dt="2025-11-18T14:42:15.118" v="2382"/>
          <ac:spMkLst>
            <pc:docMk/>
            <pc:sldMk cId="2181959468" sldId="278"/>
            <ac:spMk id="3" creationId="{0BEE6818-091C-6FCB-A936-D840EC8EEFB8}"/>
          </ac:spMkLst>
        </pc:spChg>
        <pc:picChg chg="add mod">
          <ac:chgData name="Minh Phạm Văn" userId="7abd8466ffbba0b8" providerId="LiveId" clId="{BBC4529F-46CE-4B1D-B772-E068922449BC}" dt="2025-11-18T14:47:03.875" v="2388" actId="1076"/>
          <ac:picMkLst>
            <pc:docMk/>
            <pc:sldMk cId="2181959468" sldId="278"/>
            <ac:picMk id="4" creationId="{64CD9904-8BE5-35A6-C2A6-F28355D6B7E3}"/>
          </ac:picMkLst>
        </pc:picChg>
      </pc:sldChg>
      <pc:sldChg chg="addSp modSp add mod">
        <pc:chgData name="Minh Phạm Văn" userId="7abd8466ffbba0b8" providerId="LiveId" clId="{BBC4529F-46CE-4B1D-B772-E068922449BC}" dt="2025-11-18T13:57:59.551" v="2139"/>
        <pc:sldMkLst>
          <pc:docMk/>
          <pc:sldMk cId="2064533545" sldId="279"/>
        </pc:sldMkLst>
        <pc:spChg chg="mod">
          <ac:chgData name="Minh Phạm Văn" userId="7abd8466ffbba0b8" providerId="LiveId" clId="{BBC4529F-46CE-4B1D-B772-E068922449BC}" dt="2025-11-18T13:20:57.909" v="2074" actId="255"/>
          <ac:spMkLst>
            <pc:docMk/>
            <pc:sldMk cId="2064533545" sldId="279"/>
            <ac:spMk id="2" creationId="{88AE14B3-436C-B6C0-C9CF-CA0CB4D3A64F}"/>
          </ac:spMkLst>
        </pc:spChg>
        <pc:spChg chg="mod">
          <ac:chgData name="Minh Phạm Văn" userId="7abd8466ffbba0b8" providerId="LiveId" clId="{BBC4529F-46CE-4B1D-B772-E068922449BC}" dt="2025-11-18T13:57:59.551" v="2139"/>
          <ac:spMkLst>
            <pc:docMk/>
            <pc:sldMk cId="2064533545" sldId="279"/>
            <ac:spMk id="3" creationId="{E7D9BD14-1CD9-3D4C-E16E-55AB380DDCA5}"/>
          </ac:spMkLst>
        </pc:spChg>
        <pc:spChg chg="add">
          <ac:chgData name="Minh Phạm Văn" userId="7abd8466ffbba0b8" providerId="LiveId" clId="{BBC4529F-46CE-4B1D-B772-E068922449BC}" dt="2025-11-18T13:19:14.290" v="1976"/>
          <ac:spMkLst>
            <pc:docMk/>
            <pc:sldMk cId="2064533545" sldId="279"/>
            <ac:spMk id="4" creationId="{65A017F9-1CF7-D9CB-FD8B-271A605F61A4}"/>
          </ac:spMkLst>
        </pc:spChg>
      </pc:sldChg>
      <pc:sldChg chg="modSp add mod ord">
        <pc:chgData name="Minh Phạm Văn" userId="7abd8466ffbba0b8" providerId="LiveId" clId="{BBC4529F-46CE-4B1D-B772-E068922449BC}" dt="2025-11-18T13:17:06.811" v="1872"/>
        <pc:sldMkLst>
          <pc:docMk/>
          <pc:sldMk cId="495455956" sldId="280"/>
        </pc:sldMkLst>
        <pc:spChg chg="mod">
          <ac:chgData name="Minh Phạm Văn" userId="7abd8466ffbba0b8" providerId="LiveId" clId="{BBC4529F-46CE-4B1D-B772-E068922449BC}" dt="2025-11-18T13:17:03.679" v="1870" actId="20577"/>
          <ac:spMkLst>
            <pc:docMk/>
            <pc:sldMk cId="495455956" sldId="280"/>
            <ac:spMk id="3" creationId="{8FF68716-01D6-51A1-3414-FC337931DB38}"/>
          </ac:spMkLst>
        </pc:spChg>
      </pc:sldChg>
      <pc:sldChg chg="addSp modSp add mod">
        <pc:chgData name="Minh Phạm Văn" userId="7abd8466ffbba0b8" providerId="LiveId" clId="{BBC4529F-46CE-4B1D-B772-E068922449BC}" dt="2025-11-18T14:27:53.666" v="2381" actId="20577"/>
        <pc:sldMkLst>
          <pc:docMk/>
          <pc:sldMk cId="1703424586" sldId="281"/>
        </pc:sldMkLst>
        <pc:spChg chg="mod">
          <ac:chgData name="Minh Phạm Văn" userId="7abd8466ffbba0b8" providerId="LiveId" clId="{BBC4529F-46CE-4B1D-B772-E068922449BC}" dt="2025-11-18T14:27:53.666" v="2381" actId="20577"/>
          <ac:spMkLst>
            <pc:docMk/>
            <pc:sldMk cId="1703424586" sldId="281"/>
            <ac:spMk id="3" creationId="{956D18E2-49E4-0B31-6F01-EF2487592E09}"/>
          </ac:spMkLst>
        </pc:spChg>
        <pc:spChg chg="add">
          <ac:chgData name="Minh Phạm Văn" userId="7abd8466ffbba0b8" providerId="LiveId" clId="{BBC4529F-46CE-4B1D-B772-E068922449BC}" dt="2025-11-18T13:21:18.510" v="2077"/>
          <ac:spMkLst>
            <pc:docMk/>
            <pc:sldMk cId="1703424586" sldId="281"/>
            <ac:spMk id="4" creationId="{588AE2FF-9973-9162-56DB-D292D36EB728}"/>
          </ac:spMkLst>
        </pc:spChg>
        <pc:spChg chg="add">
          <ac:chgData name="Minh Phạm Văn" userId="7abd8466ffbba0b8" providerId="LiveId" clId="{BBC4529F-46CE-4B1D-B772-E068922449BC}" dt="2025-11-18T14:00:39.452" v="2168"/>
          <ac:spMkLst>
            <pc:docMk/>
            <pc:sldMk cId="1703424586" sldId="281"/>
            <ac:spMk id="7" creationId="{9D7666D3-E1B7-45D4-6D83-F9F1BEC9719C}"/>
          </ac:spMkLst>
        </pc:spChg>
        <pc:picChg chg="add mod">
          <ac:chgData name="Minh Phạm Văn" userId="7abd8466ffbba0b8" providerId="LiveId" clId="{BBC4529F-46CE-4B1D-B772-E068922449BC}" dt="2025-11-18T14:27:40.757" v="2376" actId="1076"/>
          <ac:picMkLst>
            <pc:docMk/>
            <pc:sldMk cId="1703424586" sldId="281"/>
            <ac:picMk id="6" creationId="{44497B50-B3A9-B5B9-2D30-80E2B674BDFA}"/>
          </ac:picMkLst>
        </pc:picChg>
      </pc:sldChg>
      <pc:sldChg chg="modSp add mod">
        <pc:chgData name="Minh Phạm Văn" userId="7abd8466ffbba0b8" providerId="LiveId" clId="{BBC4529F-46CE-4B1D-B772-E068922449BC}" dt="2025-11-19T13:42:03.820" v="4648"/>
        <pc:sldMkLst>
          <pc:docMk/>
          <pc:sldMk cId="2093975527" sldId="282"/>
        </pc:sldMkLst>
        <pc:spChg chg="mod">
          <ac:chgData name="Minh Phạm Văn" userId="7abd8466ffbba0b8" providerId="LiveId" clId="{BBC4529F-46CE-4B1D-B772-E068922449BC}" dt="2025-11-18T14:47:31.536" v="2414" actId="20577"/>
          <ac:spMkLst>
            <pc:docMk/>
            <pc:sldMk cId="2093975527" sldId="282"/>
            <ac:spMk id="2" creationId="{9977BA7D-1DE9-8C3F-D38A-D23BB39747A9}"/>
          </ac:spMkLst>
        </pc:spChg>
        <pc:spChg chg="mod">
          <ac:chgData name="Minh Phạm Văn" userId="7abd8466ffbba0b8" providerId="LiveId" clId="{BBC4529F-46CE-4B1D-B772-E068922449BC}" dt="2025-11-19T13:42:03.820" v="4648"/>
          <ac:spMkLst>
            <pc:docMk/>
            <pc:sldMk cId="2093975527" sldId="282"/>
            <ac:spMk id="3" creationId="{E36CDFCF-0689-2918-AF45-5A09A2FD15A4}"/>
          </ac:spMkLst>
        </pc:spChg>
      </pc:sldChg>
      <pc:sldChg chg="addSp modSp add mod">
        <pc:chgData name="Minh Phạm Văn" userId="7abd8466ffbba0b8" providerId="LiveId" clId="{BBC4529F-46CE-4B1D-B772-E068922449BC}" dt="2025-11-19T07:51:00.770" v="3110" actId="255"/>
        <pc:sldMkLst>
          <pc:docMk/>
          <pc:sldMk cId="3464903336" sldId="283"/>
        </pc:sldMkLst>
        <pc:spChg chg="mod">
          <ac:chgData name="Minh Phạm Văn" userId="7abd8466ffbba0b8" providerId="LiveId" clId="{BBC4529F-46CE-4B1D-B772-E068922449BC}" dt="2025-11-19T07:51:00.770" v="3110" actId="255"/>
          <ac:spMkLst>
            <pc:docMk/>
            <pc:sldMk cId="3464903336" sldId="283"/>
            <ac:spMk id="3" creationId="{3A9C89AF-49AF-AA88-DA22-973C41F0B274}"/>
          </ac:spMkLst>
        </pc:spChg>
        <pc:spChg chg="add">
          <ac:chgData name="Minh Phạm Văn" userId="7abd8466ffbba0b8" providerId="LiveId" clId="{BBC4529F-46CE-4B1D-B772-E068922449BC}" dt="2025-11-19T07:08:18.874" v="2767"/>
          <ac:spMkLst>
            <pc:docMk/>
            <pc:sldMk cId="3464903336" sldId="283"/>
            <ac:spMk id="4" creationId="{1BBBC637-3D59-A66D-291F-5416E9735F30}"/>
          </ac:spMkLst>
        </pc:spChg>
        <pc:spChg chg="add">
          <ac:chgData name="Minh Phạm Văn" userId="7abd8466ffbba0b8" providerId="LiveId" clId="{BBC4529F-46CE-4B1D-B772-E068922449BC}" dt="2025-11-19T07:29:24.445" v="3030"/>
          <ac:spMkLst>
            <pc:docMk/>
            <pc:sldMk cId="3464903336" sldId="283"/>
            <ac:spMk id="5" creationId="{9A2EAF28-ECA0-911F-1142-C4AA8791EA52}"/>
          </ac:spMkLst>
        </pc:spChg>
      </pc:sldChg>
      <pc:sldChg chg="addSp modSp add mod ord">
        <pc:chgData name="Minh Phạm Văn" userId="7abd8466ffbba0b8" providerId="LiveId" clId="{BBC4529F-46CE-4B1D-B772-E068922449BC}" dt="2025-11-19T13:01:44.609" v="4642"/>
        <pc:sldMkLst>
          <pc:docMk/>
          <pc:sldMk cId="3662628564" sldId="284"/>
        </pc:sldMkLst>
        <pc:spChg chg="mod">
          <ac:chgData name="Minh Phạm Văn" userId="7abd8466ffbba0b8" providerId="LiveId" clId="{BBC4529F-46CE-4B1D-B772-E068922449BC}" dt="2025-11-19T13:01:07.501" v="4637" actId="20577"/>
          <ac:spMkLst>
            <pc:docMk/>
            <pc:sldMk cId="3662628564" sldId="284"/>
            <ac:spMk id="3" creationId="{1FF69902-7D22-04A5-D49A-AFE68A697392}"/>
          </ac:spMkLst>
        </pc:spChg>
        <pc:spChg chg="add">
          <ac:chgData name="Minh Phạm Văn" userId="7abd8466ffbba0b8" providerId="LiveId" clId="{BBC4529F-46CE-4B1D-B772-E068922449BC}" dt="2025-11-19T07:00:57.953" v="2673"/>
          <ac:spMkLst>
            <pc:docMk/>
            <pc:sldMk cId="3662628564" sldId="284"/>
            <ac:spMk id="4" creationId="{07FC6CA9-AF2B-6DC8-670F-8371FF785BC1}"/>
          </ac:spMkLst>
        </pc:spChg>
      </pc:sldChg>
      <pc:sldChg chg="addSp modSp add mod">
        <pc:chgData name="Minh Phạm Văn" userId="7abd8466ffbba0b8" providerId="LiveId" clId="{BBC4529F-46CE-4B1D-B772-E068922449BC}" dt="2025-11-19T06:35:03.904" v="2622" actId="113"/>
        <pc:sldMkLst>
          <pc:docMk/>
          <pc:sldMk cId="3229296173" sldId="285"/>
        </pc:sldMkLst>
        <pc:spChg chg="mod">
          <ac:chgData name="Minh Phạm Văn" userId="7abd8466ffbba0b8" providerId="LiveId" clId="{BBC4529F-46CE-4B1D-B772-E068922449BC}" dt="2025-11-19T06:35:03.904" v="2622" actId="113"/>
          <ac:spMkLst>
            <pc:docMk/>
            <pc:sldMk cId="3229296173" sldId="285"/>
            <ac:spMk id="3" creationId="{39AE20B8-67FF-3F86-89B1-F7131BFAF057}"/>
          </ac:spMkLst>
        </pc:spChg>
        <pc:spChg chg="add">
          <ac:chgData name="Minh Phạm Văn" userId="7abd8466ffbba0b8" providerId="LiveId" clId="{BBC4529F-46CE-4B1D-B772-E068922449BC}" dt="2025-11-19T06:33:32.200" v="2592"/>
          <ac:spMkLst>
            <pc:docMk/>
            <pc:sldMk cId="3229296173" sldId="285"/>
            <ac:spMk id="4" creationId="{62FA232A-E8D9-63C1-0334-5660214FF50E}"/>
          </ac:spMkLst>
        </pc:spChg>
      </pc:sldChg>
      <pc:sldChg chg="addSp modSp add mod">
        <pc:chgData name="Minh Phạm Văn" userId="7abd8466ffbba0b8" providerId="LiveId" clId="{BBC4529F-46CE-4B1D-B772-E068922449BC}" dt="2025-11-19T06:30:29.695" v="2555" actId="113"/>
        <pc:sldMkLst>
          <pc:docMk/>
          <pc:sldMk cId="3747385714" sldId="286"/>
        </pc:sldMkLst>
        <pc:spChg chg="mod">
          <ac:chgData name="Minh Phạm Văn" userId="7abd8466ffbba0b8" providerId="LiveId" clId="{BBC4529F-46CE-4B1D-B772-E068922449BC}" dt="2025-11-19T06:30:29.695" v="2555" actId="113"/>
          <ac:spMkLst>
            <pc:docMk/>
            <pc:sldMk cId="3747385714" sldId="286"/>
            <ac:spMk id="3" creationId="{64AC3449-9EAA-7682-1ED5-01E9052071F1}"/>
          </ac:spMkLst>
        </pc:spChg>
        <pc:spChg chg="add">
          <ac:chgData name="Minh Phạm Văn" userId="7abd8466ffbba0b8" providerId="LiveId" clId="{BBC4529F-46CE-4B1D-B772-E068922449BC}" dt="2025-11-19T06:29:54.012" v="2541"/>
          <ac:spMkLst>
            <pc:docMk/>
            <pc:sldMk cId="3747385714" sldId="286"/>
            <ac:spMk id="4" creationId="{FBE02F2B-CFCF-A836-0647-098BED33FF70}"/>
          </ac:spMkLst>
        </pc:spChg>
      </pc:sldChg>
      <pc:sldChg chg="addSp modSp add mod">
        <pc:chgData name="Minh Phạm Văn" userId="7abd8466ffbba0b8" providerId="LiveId" clId="{BBC4529F-46CE-4B1D-B772-E068922449BC}" dt="2025-11-19T12:58:46.363" v="4633" actId="20577"/>
        <pc:sldMkLst>
          <pc:docMk/>
          <pc:sldMk cId="3256286738" sldId="287"/>
        </pc:sldMkLst>
        <pc:spChg chg="mod">
          <ac:chgData name="Minh Phạm Văn" userId="7abd8466ffbba0b8" providerId="LiveId" clId="{BBC4529F-46CE-4B1D-B772-E068922449BC}" dt="2025-11-19T12:58:46.363" v="4633" actId="20577"/>
          <ac:spMkLst>
            <pc:docMk/>
            <pc:sldMk cId="3256286738" sldId="287"/>
            <ac:spMk id="3" creationId="{FA1251B5-D4BC-0077-3C72-D57A30BF5C24}"/>
          </ac:spMkLst>
        </pc:spChg>
        <pc:picChg chg="add mod">
          <ac:chgData name="Minh Phạm Văn" userId="7abd8466ffbba0b8" providerId="LiveId" clId="{BBC4529F-46CE-4B1D-B772-E068922449BC}" dt="2025-11-19T06:31:27.952" v="2567" actId="1076"/>
          <ac:picMkLst>
            <pc:docMk/>
            <pc:sldMk cId="3256286738" sldId="287"/>
            <ac:picMk id="5" creationId="{79593325-128A-8A37-7E9B-033B65F78ECD}"/>
          </ac:picMkLst>
        </pc:picChg>
      </pc:sldChg>
      <pc:sldChg chg="addSp modSp add mod">
        <pc:chgData name="Minh Phạm Văn" userId="7abd8466ffbba0b8" providerId="LiveId" clId="{BBC4529F-46CE-4B1D-B772-E068922449BC}" dt="2025-11-19T07:50:37.240" v="3097" actId="21"/>
        <pc:sldMkLst>
          <pc:docMk/>
          <pc:sldMk cId="2925089217" sldId="288"/>
        </pc:sldMkLst>
        <pc:spChg chg="mod">
          <ac:chgData name="Minh Phạm Văn" userId="7abd8466ffbba0b8" providerId="LiveId" clId="{BBC4529F-46CE-4B1D-B772-E068922449BC}" dt="2025-11-19T07:50:37.240" v="3097" actId="21"/>
          <ac:spMkLst>
            <pc:docMk/>
            <pc:sldMk cId="2925089217" sldId="288"/>
            <ac:spMk id="3" creationId="{E7F55E44-EF70-AD01-3137-EB1DF7DE020E}"/>
          </ac:spMkLst>
        </pc:spChg>
        <pc:spChg chg="add">
          <ac:chgData name="Minh Phạm Văn" userId="7abd8466ffbba0b8" providerId="LiveId" clId="{BBC4529F-46CE-4B1D-B772-E068922449BC}" dt="2025-11-19T07:14:49.478" v="2893"/>
          <ac:spMkLst>
            <pc:docMk/>
            <pc:sldMk cId="2925089217" sldId="288"/>
            <ac:spMk id="4" creationId="{EAB68B4B-E4AF-925F-595F-ED0B765EE5D6}"/>
          </ac:spMkLst>
        </pc:spChg>
      </pc:sldChg>
      <pc:sldChg chg="addSp modSp add mod">
        <pc:chgData name="Minh Phạm Văn" userId="7abd8466ffbba0b8" providerId="LiveId" clId="{BBC4529F-46CE-4B1D-B772-E068922449BC}" dt="2025-11-19T07:56:20.888" v="3137" actId="113"/>
        <pc:sldMkLst>
          <pc:docMk/>
          <pc:sldMk cId="574460565" sldId="289"/>
        </pc:sldMkLst>
        <pc:spChg chg="mod">
          <ac:chgData name="Minh Phạm Văn" userId="7abd8466ffbba0b8" providerId="LiveId" clId="{BBC4529F-46CE-4B1D-B772-E068922449BC}" dt="2025-11-19T07:56:20.888" v="3137" actId="113"/>
          <ac:spMkLst>
            <pc:docMk/>
            <pc:sldMk cId="574460565" sldId="289"/>
            <ac:spMk id="3" creationId="{646D10AF-A067-9736-1F3C-C1C4EB9D21B2}"/>
          </ac:spMkLst>
        </pc:spChg>
        <pc:picChg chg="add mod">
          <ac:chgData name="Minh Phạm Văn" userId="7abd8466ffbba0b8" providerId="LiveId" clId="{BBC4529F-46CE-4B1D-B772-E068922449BC}" dt="2025-11-19T07:56:09.858" v="3127" actId="1076"/>
          <ac:picMkLst>
            <pc:docMk/>
            <pc:sldMk cId="574460565" sldId="289"/>
            <ac:picMk id="5" creationId="{ABF06485-21B1-C88E-7F61-DDED0F54B296}"/>
          </ac:picMkLst>
        </pc:picChg>
      </pc:sldChg>
      <pc:sldChg chg="addSp modSp new mod">
        <pc:chgData name="Minh Phạm Văn" userId="7abd8466ffbba0b8" providerId="LiveId" clId="{BBC4529F-46CE-4B1D-B772-E068922449BC}" dt="2025-11-19T07:57:03.404" v="3142" actId="1076"/>
        <pc:sldMkLst>
          <pc:docMk/>
          <pc:sldMk cId="3182541317" sldId="290"/>
        </pc:sldMkLst>
        <pc:spChg chg="mod">
          <ac:chgData name="Minh Phạm Văn" userId="7abd8466ffbba0b8" providerId="LiveId" clId="{BBC4529F-46CE-4B1D-B772-E068922449BC}" dt="2025-11-19T07:56:34.414" v="3139"/>
          <ac:spMkLst>
            <pc:docMk/>
            <pc:sldMk cId="3182541317" sldId="290"/>
            <ac:spMk id="2" creationId="{CBDD8B2C-2FC8-8F11-68CE-198F5A683DE2}"/>
          </ac:spMkLst>
        </pc:spChg>
        <pc:picChg chg="add mod">
          <ac:chgData name="Minh Phạm Văn" userId="7abd8466ffbba0b8" providerId="LiveId" clId="{BBC4529F-46CE-4B1D-B772-E068922449BC}" dt="2025-11-19T07:57:03.404" v="3142" actId="1076"/>
          <ac:picMkLst>
            <pc:docMk/>
            <pc:sldMk cId="3182541317" sldId="290"/>
            <ac:picMk id="5" creationId="{938EE66D-9FE6-6E70-1859-0324F6720D80}"/>
          </ac:picMkLst>
        </pc:picChg>
      </pc:sldChg>
      <pc:sldChg chg="addSp delSp modSp add mod">
        <pc:chgData name="Minh Phạm Văn" userId="7abd8466ffbba0b8" providerId="LiveId" clId="{BBC4529F-46CE-4B1D-B772-E068922449BC}" dt="2025-11-19T07:57:57.573" v="3163" actId="113"/>
        <pc:sldMkLst>
          <pc:docMk/>
          <pc:sldMk cId="2571486106" sldId="291"/>
        </pc:sldMkLst>
        <pc:spChg chg="add del mod">
          <ac:chgData name="Minh Phạm Văn" userId="7abd8466ffbba0b8" providerId="LiveId" clId="{BBC4529F-46CE-4B1D-B772-E068922449BC}" dt="2025-11-19T07:57:57.573" v="3163" actId="113"/>
          <ac:spMkLst>
            <pc:docMk/>
            <pc:sldMk cId="2571486106" sldId="291"/>
            <ac:spMk id="3" creationId="{8C3777B5-6D34-6332-6A34-4DDE25797125}"/>
          </ac:spMkLst>
        </pc:spChg>
        <pc:spChg chg="add mod">
          <ac:chgData name="Minh Phạm Văn" userId="7abd8466ffbba0b8" providerId="LiveId" clId="{BBC4529F-46CE-4B1D-B772-E068922449BC}" dt="2025-11-19T07:57:38.799" v="3145"/>
          <ac:spMkLst>
            <pc:docMk/>
            <pc:sldMk cId="2571486106" sldId="291"/>
            <ac:spMk id="4" creationId="{7A5A1278-5565-F67C-B14F-4919A9FE3C13}"/>
          </ac:spMkLst>
        </pc:spChg>
      </pc:sldChg>
      <pc:sldChg chg="modSp add mod ord">
        <pc:chgData name="Minh Phạm Văn" userId="7abd8466ffbba0b8" providerId="LiveId" clId="{BBC4529F-46CE-4B1D-B772-E068922449BC}" dt="2025-11-19T08:06:57.415" v="3305" actId="255"/>
        <pc:sldMkLst>
          <pc:docMk/>
          <pc:sldMk cId="3344004128" sldId="292"/>
        </pc:sldMkLst>
        <pc:spChg chg="mod">
          <ac:chgData name="Minh Phạm Văn" userId="7abd8466ffbba0b8" providerId="LiveId" clId="{BBC4529F-46CE-4B1D-B772-E068922449BC}" dt="2025-11-19T08:06:57.415" v="3305" actId="255"/>
          <ac:spMkLst>
            <pc:docMk/>
            <pc:sldMk cId="3344004128" sldId="292"/>
            <ac:spMk id="3" creationId="{D9BD8147-4D95-5975-9E27-3478874162CC}"/>
          </ac:spMkLst>
        </pc:spChg>
      </pc:sldChg>
      <pc:sldChg chg="addSp modSp add mod">
        <pc:chgData name="Minh Phạm Văn" userId="7abd8466ffbba0b8" providerId="LiveId" clId="{BBC4529F-46CE-4B1D-B772-E068922449BC}" dt="2025-11-19T08:42:05.129" v="3692" actId="1076"/>
        <pc:sldMkLst>
          <pc:docMk/>
          <pc:sldMk cId="2595673235" sldId="293"/>
        </pc:sldMkLst>
        <pc:spChg chg="mod">
          <ac:chgData name="Minh Phạm Văn" userId="7abd8466ffbba0b8" providerId="LiveId" clId="{BBC4529F-46CE-4B1D-B772-E068922449BC}" dt="2025-11-19T08:42:05.129" v="3692" actId="1076"/>
          <ac:spMkLst>
            <pc:docMk/>
            <pc:sldMk cId="2595673235" sldId="293"/>
            <ac:spMk id="3" creationId="{282C8706-F796-214A-2AA4-7B0DB86250AD}"/>
          </ac:spMkLst>
        </pc:spChg>
        <pc:picChg chg="add mod">
          <ac:chgData name="Minh Phạm Văn" userId="7abd8466ffbba0b8" providerId="LiveId" clId="{BBC4529F-46CE-4B1D-B772-E068922449BC}" dt="2025-11-19T08:08:04.872" v="3310" actId="1076"/>
          <ac:picMkLst>
            <pc:docMk/>
            <pc:sldMk cId="2595673235" sldId="293"/>
            <ac:picMk id="5" creationId="{FD8AEB13-298B-BDF0-698F-04ED82F4A347}"/>
          </ac:picMkLst>
        </pc:picChg>
      </pc:sldChg>
      <pc:sldChg chg="addSp delSp modSp add mod">
        <pc:chgData name="Minh Phạm Văn" userId="7abd8466ffbba0b8" providerId="LiveId" clId="{BBC4529F-46CE-4B1D-B772-E068922449BC}" dt="2025-11-19T08:12:01.670" v="3358" actId="1076"/>
        <pc:sldMkLst>
          <pc:docMk/>
          <pc:sldMk cId="497569538" sldId="294"/>
        </pc:sldMkLst>
        <pc:spChg chg="mod">
          <ac:chgData name="Minh Phạm Văn" userId="7abd8466ffbba0b8" providerId="LiveId" clId="{BBC4529F-46CE-4B1D-B772-E068922449BC}" dt="2025-11-19T08:11:55.143" v="3356" actId="27636"/>
          <ac:spMkLst>
            <pc:docMk/>
            <pc:sldMk cId="497569538" sldId="294"/>
            <ac:spMk id="3" creationId="{461365C4-DE4E-8550-9DC6-11967763C9EC}"/>
          </ac:spMkLst>
        </pc:spChg>
        <pc:spChg chg="add">
          <ac:chgData name="Minh Phạm Văn" userId="7abd8466ffbba0b8" providerId="LiveId" clId="{BBC4529F-46CE-4B1D-B772-E068922449BC}" dt="2025-11-19T08:09:03.366" v="3315"/>
          <ac:spMkLst>
            <pc:docMk/>
            <pc:sldMk cId="497569538" sldId="294"/>
            <ac:spMk id="4" creationId="{E237C554-4492-57F7-599E-BE8F4EB0C604}"/>
          </ac:spMkLst>
        </pc:spChg>
        <pc:spChg chg="add">
          <ac:chgData name="Minh Phạm Văn" userId="7abd8466ffbba0b8" providerId="LiveId" clId="{BBC4529F-46CE-4B1D-B772-E068922449BC}" dt="2025-11-19T08:10:14.805" v="3333"/>
          <ac:spMkLst>
            <pc:docMk/>
            <pc:sldMk cId="497569538" sldId="294"/>
            <ac:spMk id="6" creationId="{BD4CBF13-055B-88D0-3406-5D3B63A04B11}"/>
          </ac:spMkLst>
        </pc:spChg>
        <pc:picChg chg="del">
          <ac:chgData name="Minh Phạm Văn" userId="7abd8466ffbba0b8" providerId="LiveId" clId="{BBC4529F-46CE-4B1D-B772-E068922449BC}" dt="2025-11-19T08:08:15.093" v="3312" actId="478"/>
          <ac:picMkLst>
            <pc:docMk/>
            <pc:sldMk cId="497569538" sldId="294"/>
            <ac:picMk id="5" creationId="{4CBE05D6-3067-EC66-E59E-F3AB0EBE51AF}"/>
          </ac:picMkLst>
        </pc:picChg>
        <pc:picChg chg="add mod">
          <ac:chgData name="Minh Phạm Văn" userId="7abd8466ffbba0b8" providerId="LiveId" clId="{BBC4529F-46CE-4B1D-B772-E068922449BC}" dt="2025-11-19T08:12:01.670" v="3358" actId="1076"/>
          <ac:picMkLst>
            <pc:docMk/>
            <pc:sldMk cId="497569538" sldId="294"/>
            <ac:picMk id="8" creationId="{FA03CFD8-C8D9-8D2B-9A55-0F4CD083AC15}"/>
          </ac:picMkLst>
        </pc:picChg>
      </pc:sldChg>
      <pc:sldChg chg="modSp add del mod">
        <pc:chgData name="Minh Phạm Văn" userId="7abd8466ffbba0b8" providerId="LiveId" clId="{BBC4529F-46CE-4B1D-B772-E068922449BC}" dt="2025-11-19T08:04:57.356" v="3285" actId="47"/>
        <pc:sldMkLst>
          <pc:docMk/>
          <pc:sldMk cId="2183695412" sldId="294"/>
        </pc:sldMkLst>
        <pc:spChg chg="mod">
          <ac:chgData name="Minh Phạm Văn" userId="7abd8466ffbba0b8" providerId="LiveId" clId="{BBC4529F-46CE-4B1D-B772-E068922449BC}" dt="2025-11-19T08:02:11.605" v="3189" actId="27636"/>
          <ac:spMkLst>
            <pc:docMk/>
            <pc:sldMk cId="2183695412" sldId="294"/>
            <ac:spMk id="3" creationId="{84C970C1-C199-DA0A-6450-A99D1CA58A58}"/>
          </ac:spMkLst>
        </pc:spChg>
      </pc:sldChg>
      <pc:sldChg chg="addSp modSp add mod">
        <pc:chgData name="Minh Phạm Văn" userId="7abd8466ffbba0b8" providerId="LiveId" clId="{BBC4529F-46CE-4B1D-B772-E068922449BC}" dt="2025-11-19T08:15:36.271" v="3374" actId="113"/>
        <pc:sldMkLst>
          <pc:docMk/>
          <pc:sldMk cId="3059700320" sldId="295"/>
        </pc:sldMkLst>
        <pc:spChg chg="mod">
          <ac:chgData name="Minh Phạm Văn" userId="7abd8466ffbba0b8" providerId="LiveId" clId="{BBC4529F-46CE-4B1D-B772-E068922449BC}" dt="2025-11-19T08:15:36.271" v="3374" actId="113"/>
          <ac:spMkLst>
            <pc:docMk/>
            <pc:sldMk cId="3059700320" sldId="295"/>
            <ac:spMk id="3" creationId="{2FABD4FC-37EF-E9E7-BF65-B9956C5957C8}"/>
          </ac:spMkLst>
        </pc:spChg>
        <pc:spChg chg="add">
          <ac:chgData name="Minh Phạm Văn" userId="7abd8466ffbba0b8" providerId="LiveId" clId="{BBC4529F-46CE-4B1D-B772-E068922449BC}" dt="2025-11-19T08:15:10.169" v="3364"/>
          <ac:spMkLst>
            <pc:docMk/>
            <pc:sldMk cId="3059700320" sldId="295"/>
            <ac:spMk id="6" creationId="{59A6EDA5-7334-A94E-24BC-66F5AC5B8F05}"/>
          </ac:spMkLst>
        </pc:spChg>
        <pc:picChg chg="add mod">
          <ac:chgData name="Minh Phạm Văn" userId="7abd8466ffbba0b8" providerId="LiveId" clId="{BBC4529F-46CE-4B1D-B772-E068922449BC}" dt="2025-11-19T08:13:14.691" v="3361" actId="14100"/>
          <ac:picMkLst>
            <pc:docMk/>
            <pc:sldMk cId="3059700320" sldId="295"/>
            <ac:picMk id="5" creationId="{04924AF1-DD95-60A6-4FB5-25E275C0317C}"/>
          </ac:picMkLst>
        </pc:picChg>
      </pc:sldChg>
      <pc:sldChg chg="addSp modSp add mod">
        <pc:chgData name="Minh Phạm Văn" userId="7abd8466ffbba0b8" providerId="LiveId" clId="{BBC4529F-46CE-4B1D-B772-E068922449BC}" dt="2025-11-19T08:24:35.425" v="3438" actId="20577"/>
        <pc:sldMkLst>
          <pc:docMk/>
          <pc:sldMk cId="2544499177" sldId="296"/>
        </pc:sldMkLst>
        <pc:spChg chg="mod">
          <ac:chgData name="Minh Phạm Văn" userId="7abd8466ffbba0b8" providerId="LiveId" clId="{BBC4529F-46CE-4B1D-B772-E068922449BC}" dt="2025-11-19T08:24:35.425" v="3438" actId="20577"/>
          <ac:spMkLst>
            <pc:docMk/>
            <pc:sldMk cId="2544499177" sldId="296"/>
            <ac:spMk id="3" creationId="{E7815823-52B1-5389-FBD6-15685D682E30}"/>
          </ac:spMkLst>
        </pc:spChg>
        <pc:spChg chg="add">
          <ac:chgData name="Minh Phạm Văn" userId="7abd8466ffbba0b8" providerId="LiveId" clId="{BBC4529F-46CE-4B1D-B772-E068922449BC}" dt="2025-11-19T08:23:21.363" v="3414"/>
          <ac:spMkLst>
            <pc:docMk/>
            <pc:sldMk cId="2544499177" sldId="296"/>
            <ac:spMk id="6" creationId="{B816CD9C-9EAE-D9B3-B018-E8F1CB684476}"/>
          </ac:spMkLst>
        </pc:spChg>
        <pc:picChg chg="add mod">
          <ac:chgData name="Minh Phạm Văn" userId="7abd8466ffbba0b8" providerId="LiveId" clId="{BBC4529F-46CE-4B1D-B772-E068922449BC}" dt="2025-11-19T08:24:25.101" v="3436" actId="14100"/>
          <ac:picMkLst>
            <pc:docMk/>
            <pc:sldMk cId="2544499177" sldId="296"/>
            <ac:picMk id="5" creationId="{E8B80F5C-B152-670F-AC2E-B85A912E3C7D}"/>
          </ac:picMkLst>
        </pc:picChg>
      </pc:sldChg>
      <pc:sldChg chg="addSp modSp add mod">
        <pc:chgData name="Minh Phạm Văn" userId="7abd8466ffbba0b8" providerId="LiveId" clId="{BBC4529F-46CE-4B1D-B772-E068922449BC}" dt="2025-11-19T08:30:30.141" v="3476" actId="113"/>
        <pc:sldMkLst>
          <pc:docMk/>
          <pc:sldMk cId="1107382697" sldId="297"/>
        </pc:sldMkLst>
        <pc:spChg chg="mod">
          <ac:chgData name="Minh Phạm Văn" userId="7abd8466ffbba0b8" providerId="LiveId" clId="{BBC4529F-46CE-4B1D-B772-E068922449BC}" dt="2025-11-19T08:30:30.141" v="3476" actId="113"/>
          <ac:spMkLst>
            <pc:docMk/>
            <pc:sldMk cId="1107382697" sldId="297"/>
            <ac:spMk id="3" creationId="{4505F852-3B34-645F-DF89-7C518F82912E}"/>
          </ac:spMkLst>
        </pc:spChg>
        <pc:spChg chg="add">
          <ac:chgData name="Minh Phạm Văn" userId="7abd8466ffbba0b8" providerId="LiveId" clId="{BBC4529F-46CE-4B1D-B772-E068922449BC}" dt="2025-11-19T08:25:31.540" v="3446"/>
          <ac:spMkLst>
            <pc:docMk/>
            <pc:sldMk cId="1107382697" sldId="297"/>
            <ac:spMk id="6" creationId="{D637C5FE-717B-2B49-B326-1CBB344B12A0}"/>
          </ac:spMkLst>
        </pc:spChg>
        <pc:picChg chg="add mod">
          <ac:chgData name="Minh Phạm Văn" userId="7abd8466ffbba0b8" providerId="LiveId" clId="{BBC4529F-46CE-4B1D-B772-E068922449BC}" dt="2025-11-19T08:25:12.931" v="3443" actId="14100"/>
          <ac:picMkLst>
            <pc:docMk/>
            <pc:sldMk cId="1107382697" sldId="297"/>
            <ac:picMk id="5" creationId="{719DA17D-56D9-A3A6-F9D8-801907803FE5}"/>
          </ac:picMkLst>
        </pc:picChg>
      </pc:sldChg>
      <pc:sldChg chg="add del">
        <pc:chgData name="Minh Phạm Văn" userId="7abd8466ffbba0b8" providerId="LiveId" clId="{BBC4529F-46CE-4B1D-B772-E068922449BC}" dt="2025-11-19T08:30:35.791" v="3478" actId="47"/>
        <pc:sldMkLst>
          <pc:docMk/>
          <pc:sldMk cId="22903317" sldId="298"/>
        </pc:sldMkLst>
      </pc:sldChg>
      <pc:sldChg chg="addSp modSp add mod">
        <pc:chgData name="Minh Phạm Văn" userId="7abd8466ffbba0b8" providerId="LiveId" clId="{BBC4529F-46CE-4B1D-B772-E068922449BC}" dt="2025-11-19T08:32:09.309" v="3570" actId="20577"/>
        <pc:sldMkLst>
          <pc:docMk/>
          <pc:sldMk cId="2954026407" sldId="299"/>
        </pc:sldMkLst>
        <pc:spChg chg="mod">
          <ac:chgData name="Minh Phạm Văn" userId="7abd8466ffbba0b8" providerId="LiveId" clId="{BBC4529F-46CE-4B1D-B772-E068922449BC}" dt="2025-11-19T08:32:09.309" v="3570" actId="20577"/>
          <ac:spMkLst>
            <pc:docMk/>
            <pc:sldMk cId="2954026407" sldId="299"/>
            <ac:spMk id="3" creationId="{FBF60420-103C-1A36-0DA3-F2EE88A762EC}"/>
          </ac:spMkLst>
        </pc:spChg>
        <pc:spChg chg="add">
          <ac:chgData name="Minh Phạm Văn" userId="7abd8466ffbba0b8" providerId="LiveId" clId="{BBC4529F-46CE-4B1D-B772-E068922449BC}" dt="2025-11-19T08:30:58.294" v="3484"/>
          <ac:spMkLst>
            <pc:docMk/>
            <pc:sldMk cId="2954026407" sldId="299"/>
            <ac:spMk id="4" creationId="{D2AE30C8-817D-3BE2-28CD-3239D13EA01F}"/>
          </ac:spMkLst>
        </pc:spChg>
      </pc:sldChg>
      <pc:sldChg chg="addSp modSp add mod">
        <pc:chgData name="Minh Phạm Văn" userId="7abd8466ffbba0b8" providerId="LiveId" clId="{BBC4529F-46CE-4B1D-B772-E068922449BC}" dt="2025-11-19T08:36:45.509" v="3616" actId="1076"/>
        <pc:sldMkLst>
          <pc:docMk/>
          <pc:sldMk cId="190620266" sldId="300"/>
        </pc:sldMkLst>
        <pc:spChg chg="mod">
          <ac:chgData name="Minh Phạm Văn" userId="7abd8466ffbba0b8" providerId="LiveId" clId="{BBC4529F-46CE-4B1D-B772-E068922449BC}" dt="2025-11-19T08:36:03.327" v="3609" actId="113"/>
          <ac:spMkLst>
            <pc:docMk/>
            <pc:sldMk cId="190620266" sldId="300"/>
            <ac:spMk id="3" creationId="{3769C845-D2EB-9C22-C292-ADE1949E394C}"/>
          </ac:spMkLst>
        </pc:spChg>
        <pc:picChg chg="add mod">
          <ac:chgData name="Minh Phạm Văn" userId="7abd8466ffbba0b8" providerId="LiveId" clId="{BBC4529F-46CE-4B1D-B772-E068922449BC}" dt="2025-11-19T08:36:45.509" v="3616" actId="1076"/>
          <ac:picMkLst>
            <pc:docMk/>
            <pc:sldMk cId="190620266" sldId="300"/>
            <ac:picMk id="5" creationId="{865D69DC-6192-302C-BAD8-42B5E6A5686B}"/>
          </ac:picMkLst>
        </pc:picChg>
      </pc:sldChg>
      <pc:sldChg chg="addSp modSp add mod">
        <pc:chgData name="Minh Phạm Văn" userId="7abd8466ffbba0b8" providerId="LiveId" clId="{BBC4529F-46CE-4B1D-B772-E068922449BC}" dt="2025-11-19T08:32:42.292" v="3574" actId="1076"/>
        <pc:sldMkLst>
          <pc:docMk/>
          <pc:sldMk cId="3140646361" sldId="301"/>
        </pc:sldMkLst>
        <pc:picChg chg="add mod">
          <ac:chgData name="Minh Phạm Văn" userId="7abd8466ffbba0b8" providerId="LiveId" clId="{BBC4529F-46CE-4B1D-B772-E068922449BC}" dt="2025-11-19T08:32:42.292" v="3574" actId="1076"/>
          <ac:picMkLst>
            <pc:docMk/>
            <pc:sldMk cId="3140646361" sldId="301"/>
            <ac:picMk id="5" creationId="{97B0817C-DD62-79B5-4681-4DD4684931EF}"/>
          </ac:picMkLst>
        </pc:picChg>
      </pc:sldChg>
      <pc:sldChg chg="addSp modSp add mod">
        <pc:chgData name="Minh Phạm Văn" userId="7abd8466ffbba0b8" providerId="LiveId" clId="{BBC4529F-46CE-4B1D-B772-E068922449BC}" dt="2025-11-19T08:35:27.469" v="3605" actId="20577"/>
        <pc:sldMkLst>
          <pc:docMk/>
          <pc:sldMk cId="3802418228" sldId="302"/>
        </pc:sldMkLst>
        <pc:spChg chg="mod">
          <ac:chgData name="Minh Phạm Văn" userId="7abd8466ffbba0b8" providerId="LiveId" clId="{BBC4529F-46CE-4B1D-B772-E068922449BC}" dt="2025-11-19T08:35:27.469" v="3605" actId="20577"/>
          <ac:spMkLst>
            <pc:docMk/>
            <pc:sldMk cId="3802418228" sldId="302"/>
            <ac:spMk id="3" creationId="{FC120F58-96E6-4B9E-D2AC-59FD7B20701C}"/>
          </ac:spMkLst>
        </pc:spChg>
        <pc:spChg chg="add">
          <ac:chgData name="Minh Phạm Văn" userId="7abd8466ffbba0b8" providerId="LiveId" clId="{BBC4529F-46CE-4B1D-B772-E068922449BC}" dt="2025-11-19T08:33:40.900" v="3577"/>
          <ac:spMkLst>
            <pc:docMk/>
            <pc:sldMk cId="3802418228" sldId="302"/>
            <ac:spMk id="4" creationId="{C54FC1EE-FDF3-2D80-0F5C-4D84BA19B2A3}"/>
          </ac:spMkLst>
        </pc:spChg>
      </pc:sldChg>
      <pc:sldChg chg="add del">
        <pc:chgData name="Minh Phạm Văn" userId="7abd8466ffbba0b8" providerId="LiveId" clId="{BBC4529F-46CE-4B1D-B772-E068922449BC}" dt="2025-11-19T08:36:06.816" v="3610" actId="47"/>
        <pc:sldMkLst>
          <pc:docMk/>
          <pc:sldMk cId="3489462708" sldId="303"/>
        </pc:sldMkLst>
      </pc:sldChg>
      <pc:sldChg chg="addSp modSp add mod">
        <pc:chgData name="Minh Phạm Văn" userId="7abd8466ffbba0b8" providerId="LiveId" clId="{BBC4529F-46CE-4B1D-B772-E068922449BC}" dt="2025-11-19T08:44:05.857" v="3700" actId="1076"/>
        <pc:sldMkLst>
          <pc:docMk/>
          <pc:sldMk cId="3953570814" sldId="303"/>
        </pc:sldMkLst>
        <pc:spChg chg="mod">
          <ac:chgData name="Minh Phạm Văn" userId="7abd8466ffbba0b8" providerId="LiveId" clId="{BBC4529F-46CE-4B1D-B772-E068922449BC}" dt="2025-11-19T08:41:01.864" v="3690" actId="12"/>
          <ac:spMkLst>
            <pc:docMk/>
            <pc:sldMk cId="3953570814" sldId="303"/>
            <ac:spMk id="3" creationId="{199EA655-CE23-4C2C-32C6-F400B35C854E}"/>
          </ac:spMkLst>
        </pc:spChg>
        <pc:picChg chg="add mod">
          <ac:chgData name="Minh Phạm Văn" userId="7abd8466ffbba0b8" providerId="LiveId" clId="{BBC4529F-46CE-4B1D-B772-E068922449BC}" dt="2025-11-19T08:44:05.857" v="3700" actId="1076"/>
          <ac:picMkLst>
            <pc:docMk/>
            <pc:sldMk cId="3953570814" sldId="303"/>
            <ac:picMk id="5" creationId="{DFE9EC6A-AFC4-7889-5FEF-389C07560951}"/>
          </ac:picMkLst>
        </pc:picChg>
      </pc:sldChg>
      <pc:sldChg chg="add del">
        <pc:chgData name="Minh Phạm Văn" userId="7abd8466ffbba0b8" providerId="LiveId" clId="{BBC4529F-46CE-4B1D-B772-E068922449BC}" dt="2025-11-19T08:39:23.154" v="3681" actId="47"/>
        <pc:sldMkLst>
          <pc:docMk/>
          <pc:sldMk cId="978665896" sldId="304"/>
        </pc:sldMkLst>
      </pc:sldChg>
      <pc:sldChg chg="modSp add mod">
        <pc:chgData name="Minh Phạm Văn" userId="7abd8466ffbba0b8" providerId="LiveId" clId="{BBC4529F-46CE-4B1D-B772-E068922449BC}" dt="2025-11-19T08:40:06.378" v="3683" actId="113"/>
        <pc:sldMkLst>
          <pc:docMk/>
          <pc:sldMk cId="3185627911" sldId="305"/>
        </pc:sldMkLst>
        <pc:spChg chg="mod">
          <ac:chgData name="Minh Phạm Văn" userId="7abd8466ffbba0b8" providerId="LiveId" clId="{BBC4529F-46CE-4B1D-B772-E068922449BC}" dt="2025-11-19T08:40:06.378" v="3683" actId="113"/>
          <ac:spMkLst>
            <pc:docMk/>
            <pc:sldMk cId="3185627911" sldId="305"/>
            <ac:spMk id="3" creationId="{4475DBB2-AD58-DC97-EDF2-5C94E90CB0CD}"/>
          </ac:spMkLst>
        </pc:spChg>
      </pc:sldChg>
      <pc:sldChg chg="modSp add mod">
        <pc:chgData name="Minh Phạm Văn" userId="7abd8466ffbba0b8" providerId="LiveId" clId="{BBC4529F-46CE-4B1D-B772-E068922449BC}" dt="2025-11-19T08:40:04.225" v="3682" actId="113"/>
        <pc:sldMkLst>
          <pc:docMk/>
          <pc:sldMk cId="3493434906" sldId="306"/>
        </pc:sldMkLst>
        <pc:spChg chg="mod">
          <ac:chgData name="Minh Phạm Văn" userId="7abd8466ffbba0b8" providerId="LiveId" clId="{BBC4529F-46CE-4B1D-B772-E068922449BC}" dt="2025-11-19T08:40:04.225" v="3682" actId="113"/>
          <ac:spMkLst>
            <pc:docMk/>
            <pc:sldMk cId="3493434906" sldId="306"/>
            <ac:spMk id="3" creationId="{B98491B1-9520-C8BE-6507-66316A4F8D67}"/>
          </ac:spMkLst>
        </pc:spChg>
      </pc:sldChg>
      <pc:sldChg chg="delSp modSp add mod">
        <pc:chgData name="Minh Phạm Văn" userId="7abd8466ffbba0b8" providerId="LiveId" clId="{BBC4529F-46CE-4B1D-B772-E068922449BC}" dt="2025-11-19T08:46:58.731" v="3786" actId="20577"/>
        <pc:sldMkLst>
          <pc:docMk/>
          <pc:sldMk cId="523411326" sldId="307"/>
        </pc:sldMkLst>
        <pc:spChg chg="mod">
          <ac:chgData name="Minh Phạm Văn" userId="7abd8466ffbba0b8" providerId="LiveId" clId="{BBC4529F-46CE-4B1D-B772-E068922449BC}" dt="2025-11-19T08:46:58.731" v="3786" actId="20577"/>
          <ac:spMkLst>
            <pc:docMk/>
            <pc:sldMk cId="523411326" sldId="307"/>
            <ac:spMk id="3" creationId="{3D9FD3D2-7789-AF5B-7CFB-AC961BB0BA26}"/>
          </ac:spMkLst>
        </pc:spChg>
        <pc:picChg chg="del">
          <ac:chgData name="Minh Phạm Văn" userId="7abd8466ffbba0b8" providerId="LiveId" clId="{BBC4529F-46CE-4B1D-B772-E068922449BC}" dt="2025-11-19T08:44:35.926" v="3702" actId="478"/>
          <ac:picMkLst>
            <pc:docMk/>
            <pc:sldMk cId="523411326" sldId="307"/>
            <ac:picMk id="5" creationId="{4179F9A1-89F9-76E8-CBE1-E99E3C85E585}"/>
          </ac:picMkLst>
        </pc:picChg>
      </pc:sldChg>
      <pc:sldChg chg="modSp add mod">
        <pc:chgData name="Minh Phạm Văn" userId="7abd8466ffbba0b8" providerId="LiveId" clId="{BBC4529F-46CE-4B1D-B772-E068922449BC}" dt="2025-11-19T08:46:51.482" v="3784" actId="113"/>
        <pc:sldMkLst>
          <pc:docMk/>
          <pc:sldMk cId="3765303179" sldId="308"/>
        </pc:sldMkLst>
        <pc:spChg chg="mod">
          <ac:chgData name="Minh Phạm Văn" userId="7abd8466ffbba0b8" providerId="LiveId" clId="{BBC4529F-46CE-4B1D-B772-E068922449BC}" dt="2025-11-19T08:46:51.482" v="3784" actId="113"/>
          <ac:spMkLst>
            <pc:docMk/>
            <pc:sldMk cId="3765303179" sldId="308"/>
            <ac:spMk id="3" creationId="{420E5BCE-141F-BBC3-7FA8-FF0947F739F6}"/>
          </ac:spMkLst>
        </pc:spChg>
      </pc:sldChg>
      <pc:sldChg chg="addSp modSp new mod">
        <pc:chgData name="Minh Phạm Văn" userId="7abd8466ffbba0b8" providerId="LiveId" clId="{BBC4529F-46CE-4B1D-B772-E068922449BC}" dt="2025-11-19T08:51:28.390" v="3864" actId="255"/>
        <pc:sldMkLst>
          <pc:docMk/>
          <pc:sldMk cId="202002249" sldId="309"/>
        </pc:sldMkLst>
        <pc:spChg chg="mod">
          <ac:chgData name="Minh Phạm Văn" userId="7abd8466ffbba0b8" providerId="LiveId" clId="{BBC4529F-46CE-4B1D-B772-E068922449BC}" dt="2025-11-19T08:49:04.847" v="3788"/>
          <ac:spMkLst>
            <pc:docMk/>
            <pc:sldMk cId="202002249" sldId="309"/>
            <ac:spMk id="2" creationId="{0165F2C4-1C06-1CCE-CD37-301E6B27F85F}"/>
          </ac:spMkLst>
        </pc:spChg>
        <pc:spChg chg="mod">
          <ac:chgData name="Minh Phạm Văn" userId="7abd8466ffbba0b8" providerId="LiveId" clId="{BBC4529F-46CE-4B1D-B772-E068922449BC}" dt="2025-11-19T08:51:28.390" v="3864" actId="255"/>
          <ac:spMkLst>
            <pc:docMk/>
            <pc:sldMk cId="202002249" sldId="309"/>
            <ac:spMk id="3" creationId="{8F6F117E-7CE7-88BF-D12D-636F85EAE7B5}"/>
          </ac:spMkLst>
        </pc:spChg>
        <pc:spChg chg="add">
          <ac:chgData name="Minh Phạm Văn" userId="7abd8466ffbba0b8" providerId="LiveId" clId="{BBC4529F-46CE-4B1D-B772-E068922449BC}" dt="2025-11-19T08:50:33.609" v="3842"/>
          <ac:spMkLst>
            <pc:docMk/>
            <pc:sldMk cId="202002249" sldId="309"/>
            <ac:spMk id="4" creationId="{B735AD8D-E3F8-4BD5-949A-6907A7BAFE31}"/>
          </ac:spMkLst>
        </pc:spChg>
      </pc:sldChg>
      <pc:sldChg chg="addSp modSp add mod">
        <pc:chgData name="Minh Phạm Văn" userId="7abd8466ffbba0b8" providerId="LiveId" clId="{BBC4529F-46CE-4B1D-B772-E068922449BC}" dt="2025-11-19T08:52:07.698" v="3869" actId="1076"/>
        <pc:sldMkLst>
          <pc:docMk/>
          <pc:sldMk cId="2440550607" sldId="310"/>
        </pc:sldMkLst>
        <pc:spChg chg="mod">
          <ac:chgData name="Minh Phạm Văn" userId="7abd8466ffbba0b8" providerId="LiveId" clId="{BBC4529F-46CE-4B1D-B772-E068922449BC}" dt="2025-11-19T08:50:47.200" v="3847" actId="20577"/>
          <ac:spMkLst>
            <pc:docMk/>
            <pc:sldMk cId="2440550607" sldId="310"/>
            <ac:spMk id="3" creationId="{7EFC3EC0-EE78-80C2-7C58-96A84B53DFFF}"/>
          </ac:spMkLst>
        </pc:spChg>
        <pc:picChg chg="add mod">
          <ac:chgData name="Minh Phạm Văn" userId="7abd8466ffbba0b8" providerId="LiveId" clId="{BBC4529F-46CE-4B1D-B772-E068922449BC}" dt="2025-11-19T08:52:07.698" v="3869" actId="1076"/>
          <ac:picMkLst>
            <pc:docMk/>
            <pc:sldMk cId="2440550607" sldId="310"/>
            <ac:picMk id="5" creationId="{31B453ED-4206-3B96-E1DC-BD49A4C1DD3F}"/>
          </ac:picMkLst>
        </pc:picChg>
      </pc:sldChg>
      <pc:sldChg chg="modSp add mod">
        <pc:chgData name="Minh Phạm Văn" userId="7abd8466ffbba0b8" providerId="LiveId" clId="{BBC4529F-46CE-4B1D-B772-E068922449BC}" dt="2025-11-19T08:55:38.442" v="4011" actId="20577"/>
        <pc:sldMkLst>
          <pc:docMk/>
          <pc:sldMk cId="644525426" sldId="311"/>
        </pc:sldMkLst>
        <pc:spChg chg="mod">
          <ac:chgData name="Minh Phạm Văn" userId="7abd8466ffbba0b8" providerId="LiveId" clId="{BBC4529F-46CE-4B1D-B772-E068922449BC}" dt="2025-11-19T08:55:38.442" v="4011" actId="20577"/>
          <ac:spMkLst>
            <pc:docMk/>
            <pc:sldMk cId="644525426" sldId="311"/>
            <ac:spMk id="3" creationId="{745E6E1D-4336-A8FC-8CE4-6A62566B7113}"/>
          </ac:spMkLst>
        </pc:spChg>
      </pc:sldChg>
      <pc:sldChg chg="addSp modSp add mod">
        <pc:chgData name="Minh Phạm Văn" userId="7abd8466ffbba0b8" providerId="LiveId" clId="{BBC4529F-46CE-4B1D-B772-E068922449BC}" dt="2025-11-19T09:03:58.177" v="4256"/>
        <pc:sldMkLst>
          <pc:docMk/>
          <pc:sldMk cId="2568784491" sldId="312"/>
        </pc:sldMkLst>
        <pc:spChg chg="mod">
          <ac:chgData name="Minh Phạm Văn" userId="7abd8466ffbba0b8" providerId="LiveId" clId="{BBC4529F-46CE-4B1D-B772-E068922449BC}" dt="2025-11-19T09:03:58.177" v="4256"/>
          <ac:spMkLst>
            <pc:docMk/>
            <pc:sldMk cId="2568784491" sldId="312"/>
            <ac:spMk id="3" creationId="{7E679788-42B4-8561-907E-C9235B47C8B6}"/>
          </ac:spMkLst>
        </pc:spChg>
        <pc:spChg chg="add">
          <ac:chgData name="Minh Phạm Văn" userId="7abd8466ffbba0b8" providerId="LiveId" clId="{BBC4529F-46CE-4B1D-B772-E068922449BC}" dt="2025-11-19T09:00:30.293" v="4126"/>
          <ac:spMkLst>
            <pc:docMk/>
            <pc:sldMk cId="2568784491" sldId="312"/>
            <ac:spMk id="4" creationId="{F77244FF-D8A2-A075-2B83-FDF5936E288E}"/>
          </ac:spMkLst>
        </pc:spChg>
      </pc:sldChg>
      <pc:sldChg chg="modSp add mod">
        <pc:chgData name="Minh Phạm Văn" userId="7abd8466ffbba0b8" providerId="LiveId" clId="{BBC4529F-46CE-4B1D-B772-E068922449BC}" dt="2025-11-19T09:07:55.865" v="4299" actId="20577"/>
        <pc:sldMkLst>
          <pc:docMk/>
          <pc:sldMk cId="3724833521" sldId="313"/>
        </pc:sldMkLst>
        <pc:spChg chg="mod">
          <ac:chgData name="Minh Phạm Văn" userId="7abd8466ffbba0b8" providerId="LiveId" clId="{BBC4529F-46CE-4B1D-B772-E068922449BC}" dt="2025-11-19T09:07:55.865" v="4299" actId="20577"/>
          <ac:spMkLst>
            <pc:docMk/>
            <pc:sldMk cId="3724833521" sldId="313"/>
            <ac:spMk id="3" creationId="{DBB1ADC5-9B42-E5FE-1FFE-0AEB80BA1C9E}"/>
          </ac:spMkLst>
        </pc:spChg>
      </pc:sldChg>
      <pc:sldChg chg="addSp modSp add mod">
        <pc:chgData name="Minh Phạm Văn" userId="7abd8466ffbba0b8" providerId="LiveId" clId="{BBC4529F-46CE-4B1D-B772-E068922449BC}" dt="2025-11-19T09:10:05.281" v="4400" actId="20577"/>
        <pc:sldMkLst>
          <pc:docMk/>
          <pc:sldMk cId="2367067810" sldId="314"/>
        </pc:sldMkLst>
        <pc:spChg chg="mod">
          <ac:chgData name="Minh Phạm Văn" userId="7abd8466ffbba0b8" providerId="LiveId" clId="{BBC4529F-46CE-4B1D-B772-E068922449BC}" dt="2025-11-19T09:10:05.281" v="4400" actId="20577"/>
          <ac:spMkLst>
            <pc:docMk/>
            <pc:sldMk cId="2367067810" sldId="314"/>
            <ac:spMk id="3" creationId="{7DE45814-CDE5-0F11-EC5A-105B9CB4B131}"/>
          </ac:spMkLst>
        </pc:spChg>
        <pc:spChg chg="add">
          <ac:chgData name="Minh Phạm Văn" userId="7abd8466ffbba0b8" providerId="LiveId" clId="{BBC4529F-46CE-4B1D-B772-E068922449BC}" dt="2025-11-19T09:08:17.049" v="4301"/>
          <ac:spMkLst>
            <pc:docMk/>
            <pc:sldMk cId="2367067810" sldId="314"/>
            <ac:spMk id="4" creationId="{1C5FE177-1079-9C4D-D7CF-E67FB12A44CF}"/>
          </ac:spMkLst>
        </pc:spChg>
      </pc:sldChg>
      <pc:sldChg chg="addSp modSp add mod">
        <pc:chgData name="Minh Phạm Văn" userId="7abd8466ffbba0b8" providerId="LiveId" clId="{BBC4529F-46CE-4B1D-B772-E068922449BC}" dt="2025-11-19T09:13:42.809" v="4425" actId="20577"/>
        <pc:sldMkLst>
          <pc:docMk/>
          <pc:sldMk cId="386557113" sldId="315"/>
        </pc:sldMkLst>
        <pc:spChg chg="mod">
          <ac:chgData name="Minh Phạm Văn" userId="7abd8466ffbba0b8" providerId="LiveId" clId="{BBC4529F-46CE-4B1D-B772-E068922449BC}" dt="2025-11-19T09:13:42.809" v="4425" actId="20577"/>
          <ac:spMkLst>
            <pc:docMk/>
            <pc:sldMk cId="386557113" sldId="315"/>
            <ac:spMk id="3" creationId="{3A549886-9289-448C-CE36-1367DF9FDD13}"/>
          </ac:spMkLst>
        </pc:spChg>
        <pc:spChg chg="add">
          <ac:chgData name="Minh Phạm Văn" userId="7abd8466ffbba0b8" providerId="LiveId" clId="{BBC4529F-46CE-4B1D-B772-E068922449BC}" dt="2025-11-19T09:13:04.261" v="4405"/>
          <ac:spMkLst>
            <pc:docMk/>
            <pc:sldMk cId="386557113" sldId="315"/>
            <ac:spMk id="4" creationId="{6BA5C0BE-376B-4511-C108-EA3EC40C3C6B}"/>
          </ac:spMkLst>
        </pc:spChg>
      </pc:sldChg>
      <pc:sldChg chg="modSp new mod">
        <pc:chgData name="Minh Phạm Văn" userId="7abd8466ffbba0b8" providerId="LiveId" clId="{BBC4529F-46CE-4B1D-B772-E068922449BC}" dt="2025-11-19T09:16:16.291" v="4513" actId="20577"/>
        <pc:sldMkLst>
          <pc:docMk/>
          <pc:sldMk cId="147485184" sldId="316"/>
        </pc:sldMkLst>
        <pc:spChg chg="mod">
          <ac:chgData name="Minh Phạm Văn" userId="7abd8466ffbba0b8" providerId="LiveId" clId="{BBC4529F-46CE-4B1D-B772-E068922449BC}" dt="2025-11-19T09:14:32.916" v="4441" actId="20577"/>
          <ac:spMkLst>
            <pc:docMk/>
            <pc:sldMk cId="147485184" sldId="316"/>
            <ac:spMk id="2" creationId="{59DF762C-9EAC-EBB5-1AD7-44EFE4B0CA14}"/>
          </ac:spMkLst>
        </pc:spChg>
        <pc:spChg chg="mod">
          <ac:chgData name="Minh Phạm Văn" userId="7abd8466ffbba0b8" providerId="LiveId" clId="{BBC4529F-46CE-4B1D-B772-E068922449BC}" dt="2025-11-19T09:16:16.291" v="4513" actId="20577"/>
          <ac:spMkLst>
            <pc:docMk/>
            <pc:sldMk cId="147485184" sldId="316"/>
            <ac:spMk id="3" creationId="{7D9C62CB-9858-1C5F-615C-59495FF88DE5}"/>
          </ac:spMkLst>
        </pc:spChg>
      </pc:sldChg>
      <pc:sldChg chg="modSp add mod">
        <pc:chgData name="Minh Phạm Văn" userId="7abd8466ffbba0b8" providerId="LiveId" clId="{BBC4529F-46CE-4B1D-B772-E068922449BC}" dt="2025-11-19T09:19:29.698" v="4567" actId="20577"/>
        <pc:sldMkLst>
          <pc:docMk/>
          <pc:sldMk cId="1129973543" sldId="317"/>
        </pc:sldMkLst>
        <pc:spChg chg="mod">
          <ac:chgData name="Minh Phạm Văn" userId="7abd8466ffbba0b8" providerId="LiveId" clId="{BBC4529F-46CE-4B1D-B772-E068922449BC}" dt="2025-11-19T09:19:29.698" v="4567" actId="20577"/>
          <ac:spMkLst>
            <pc:docMk/>
            <pc:sldMk cId="1129973543" sldId="317"/>
            <ac:spMk id="3" creationId="{2961C012-F205-6FB4-D392-70580BA13322}"/>
          </ac:spMkLst>
        </pc:spChg>
      </pc:sldChg>
      <pc:sldChg chg="add ord">
        <pc:chgData name="Minh Phạm Văn" userId="7abd8466ffbba0b8" providerId="LiveId" clId="{BBC4529F-46CE-4B1D-B772-E068922449BC}" dt="2025-11-19T13:01:35.739" v="4640"/>
        <pc:sldMkLst>
          <pc:docMk/>
          <pc:sldMk cId="2727047402" sldId="318"/>
        </pc:sldMkLst>
      </pc:sldChg>
      <pc:sldChg chg="add ord">
        <pc:chgData name="Minh Phạm Văn" userId="7abd8466ffbba0b8" providerId="LiveId" clId="{BBC4529F-46CE-4B1D-B772-E068922449BC}" dt="2025-11-19T13:01:35.739" v="4640"/>
        <pc:sldMkLst>
          <pc:docMk/>
          <pc:sldMk cId="3818607447" sldId="31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AA43F-653A-8D85-E867-9C742AD913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835D3CFE-2010-508E-3A13-6118331296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1FA9ECEE-882B-E1EE-B0F3-C9C7F7DFF330}"/>
              </a:ext>
            </a:extLst>
          </p:cNvPr>
          <p:cNvSpPr>
            <a:spLocks noGrp="1"/>
          </p:cNvSpPr>
          <p:nvPr>
            <p:ph type="dt" sz="half" idx="10"/>
          </p:nvPr>
        </p:nvSpPr>
        <p:spPr/>
        <p:txBody>
          <a:bodyPr/>
          <a:lstStyle/>
          <a:p>
            <a:fld id="{EC240192-0BF4-4B50-B663-A5BF3BE2552B}" type="datetimeFigureOut">
              <a:rPr lang="vi-VN" smtClean="0"/>
              <a:t>18/11/2025</a:t>
            </a:fld>
            <a:endParaRPr lang="vi-VN"/>
          </a:p>
        </p:txBody>
      </p:sp>
      <p:sp>
        <p:nvSpPr>
          <p:cNvPr id="5" name="Footer Placeholder 4">
            <a:extLst>
              <a:ext uri="{FF2B5EF4-FFF2-40B4-BE49-F238E27FC236}">
                <a16:creationId xmlns:a16="http://schemas.microsoft.com/office/drawing/2014/main" id="{28198615-67F8-5A7C-DF47-A62FC62D48E5}"/>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31F86F47-EEDC-3830-C56C-6EFC80E97C81}"/>
              </a:ext>
            </a:extLst>
          </p:cNvPr>
          <p:cNvSpPr>
            <a:spLocks noGrp="1"/>
          </p:cNvSpPr>
          <p:nvPr>
            <p:ph type="sldNum" sz="quarter" idx="12"/>
          </p:nvPr>
        </p:nvSpPr>
        <p:spPr/>
        <p:txBody>
          <a:bodyPr/>
          <a:lstStyle/>
          <a:p>
            <a:fld id="{F36DBB6B-1A04-42B4-8799-D19DCC7168EA}" type="slidenum">
              <a:rPr lang="vi-VN" smtClean="0"/>
              <a:t>‹#›</a:t>
            </a:fld>
            <a:endParaRPr lang="vi-VN"/>
          </a:p>
        </p:txBody>
      </p:sp>
    </p:spTree>
    <p:extLst>
      <p:ext uri="{BB962C8B-B14F-4D97-AF65-F5344CB8AC3E}">
        <p14:creationId xmlns:p14="http://schemas.microsoft.com/office/powerpoint/2010/main" val="2671893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C26D2-49EF-5285-5B48-0FF677E12937}"/>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27538893-D918-DDCD-650E-580681DFD5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F10D7A79-A972-FA21-9BA7-BDAD871571A4}"/>
              </a:ext>
            </a:extLst>
          </p:cNvPr>
          <p:cNvSpPr>
            <a:spLocks noGrp="1"/>
          </p:cNvSpPr>
          <p:nvPr>
            <p:ph type="dt" sz="half" idx="10"/>
          </p:nvPr>
        </p:nvSpPr>
        <p:spPr/>
        <p:txBody>
          <a:bodyPr/>
          <a:lstStyle/>
          <a:p>
            <a:fld id="{EC240192-0BF4-4B50-B663-A5BF3BE2552B}" type="datetimeFigureOut">
              <a:rPr lang="vi-VN" smtClean="0"/>
              <a:t>18/11/2025</a:t>
            </a:fld>
            <a:endParaRPr lang="vi-VN"/>
          </a:p>
        </p:txBody>
      </p:sp>
      <p:sp>
        <p:nvSpPr>
          <p:cNvPr id="5" name="Footer Placeholder 4">
            <a:extLst>
              <a:ext uri="{FF2B5EF4-FFF2-40B4-BE49-F238E27FC236}">
                <a16:creationId xmlns:a16="http://schemas.microsoft.com/office/drawing/2014/main" id="{33833C74-B6B4-7544-FC32-C1550F57C66C}"/>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EAC35EF9-5EF6-13E8-7A87-FBCD2D342273}"/>
              </a:ext>
            </a:extLst>
          </p:cNvPr>
          <p:cNvSpPr>
            <a:spLocks noGrp="1"/>
          </p:cNvSpPr>
          <p:nvPr>
            <p:ph type="sldNum" sz="quarter" idx="12"/>
          </p:nvPr>
        </p:nvSpPr>
        <p:spPr/>
        <p:txBody>
          <a:bodyPr/>
          <a:lstStyle/>
          <a:p>
            <a:fld id="{F36DBB6B-1A04-42B4-8799-D19DCC7168EA}" type="slidenum">
              <a:rPr lang="vi-VN" smtClean="0"/>
              <a:t>‹#›</a:t>
            </a:fld>
            <a:endParaRPr lang="vi-VN"/>
          </a:p>
        </p:txBody>
      </p:sp>
    </p:spTree>
    <p:extLst>
      <p:ext uri="{BB962C8B-B14F-4D97-AF65-F5344CB8AC3E}">
        <p14:creationId xmlns:p14="http://schemas.microsoft.com/office/powerpoint/2010/main" val="2241219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0747D-34FF-F3B7-044E-375E3FABD5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8EFA2C9D-1889-0B5C-385A-D7F562EE4A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91CB9F-7FBA-9100-3132-3F698BCF4C1A}"/>
              </a:ext>
            </a:extLst>
          </p:cNvPr>
          <p:cNvSpPr>
            <a:spLocks noGrp="1"/>
          </p:cNvSpPr>
          <p:nvPr>
            <p:ph type="dt" sz="half" idx="10"/>
          </p:nvPr>
        </p:nvSpPr>
        <p:spPr/>
        <p:txBody>
          <a:bodyPr/>
          <a:lstStyle/>
          <a:p>
            <a:fld id="{EC240192-0BF4-4B50-B663-A5BF3BE2552B}" type="datetimeFigureOut">
              <a:rPr lang="vi-VN" smtClean="0"/>
              <a:t>18/11/2025</a:t>
            </a:fld>
            <a:endParaRPr lang="vi-VN"/>
          </a:p>
        </p:txBody>
      </p:sp>
      <p:sp>
        <p:nvSpPr>
          <p:cNvPr id="5" name="Footer Placeholder 4">
            <a:extLst>
              <a:ext uri="{FF2B5EF4-FFF2-40B4-BE49-F238E27FC236}">
                <a16:creationId xmlns:a16="http://schemas.microsoft.com/office/drawing/2014/main" id="{B170ADCD-CA94-0D19-18B9-02A5957C59D4}"/>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E56795D3-B27D-91A5-2A33-309AEB56F5B0}"/>
              </a:ext>
            </a:extLst>
          </p:cNvPr>
          <p:cNvSpPr>
            <a:spLocks noGrp="1"/>
          </p:cNvSpPr>
          <p:nvPr>
            <p:ph type="sldNum" sz="quarter" idx="12"/>
          </p:nvPr>
        </p:nvSpPr>
        <p:spPr/>
        <p:txBody>
          <a:bodyPr/>
          <a:lstStyle/>
          <a:p>
            <a:fld id="{F36DBB6B-1A04-42B4-8799-D19DCC7168EA}" type="slidenum">
              <a:rPr lang="vi-VN" smtClean="0"/>
              <a:t>‹#›</a:t>
            </a:fld>
            <a:endParaRPr lang="vi-VN"/>
          </a:p>
        </p:txBody>
      </p:sp>
    </p:spTree>
    <p:extLst>
      <p:ext uri="{BB962C8B-B14F-4D97-AF65-F5344CB8AC3E}">
        <p14:creationId xmlns:p14="http://schemas.microsoft.com/office/powerpoint/2010/main" val="1407081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4372D-2192-8784-153D-D27D9FB13DED}"/>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1617B112-F02B-CF23-1D5B-FD0054586C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14172C90-DAAF-2980-91AB-521922821D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BF2B02A0-431C-F978-8C8A-A2C4B08E2DA9}"/>
              </a:ext>
            </a:extLst>
          </p:cNvPr>
          <p:cNvSpPr>
            <a:spLocks noGrp="1"/>
          </p:cNvSpPr>
          <p:nvPr>
            <p:ph type="dt" sz="half" idx="10"/>
          </p:nvPr>
        </p:nvSpPr>
        <p:spPr/>
        <p:txBody>
          <a:bodyPr/>
          <a:lstStyle/>
          <a:p>
            <a:fld id="{EC240192-0BF4-4B50-B663-A5BF3BE2552B}" type="datetimeFigureOut">
              <a:rPr lang="vi-VN" smtClean="0"/>
              <a:t>18/11/2025</a:t>
            </a:fld>
            <a:endParaRPr lang="vi-VN"/>
          </a:p>
        </p:txBody>
      </p:sp>
      <p:sp>
        <p:nvSpPr>
          <p:cNvPr id="6" name="Footer Placeholder 5">
            <a:extLst>
              <a:ext uri="{FF2B5EF4-FFF2-40B4-BE49-F238E27FC236}">
                <a16:creationId xmlns:a16="http://schemas.microsoft.com/office/drawing/2014/main" id="{07537151-050E-93DF-937A-A13D731F2264}"/>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36A21C3A-191C-E667-924F-7D678984D922}"/>
              </a:ext>
            </a:extLst>
          </p:cNvPr>
          <p:cNvSpPr>
            <a:spLocks noGrp="1"/>
          </p:cNvSpPr>
          <p:nvPr>
            <p:ph type="sldNum" sz="quarter" idx="12"/>
          </p:nvPr>
        </p:nvSpPr>
        <p:spPr/>
        <p:txBody>
          <a:bodyPr/>
          <a:lstStyle/>
          <a:p>
            <a:fld id="{F36DBB6B-1A04-42B4-8799-D19DCC7168EA}" type="slidenum">
              <a:rPr lang="vi-VN" smtClean="0"/>
              <a:t>‹#›</a:t>
            </a:fld>
            <a:endParaRPr lang="vi-VN"/>
          </a:p>
        </p:txBody>
      </p:sp>
    </p:spTree>
    <p:extLst>
      <p:ext uri="{BB962C8B-B14F-4D97-AF65-F5344CB8AC3E}">
        <p14:creationId xmlns:p14="http://schemas.microsoft.com/office/powerpoint/2010/main" val="114308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5A8C7-825D-B4D8-517F-26440880614D}"/>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A093A4D8-7F75-463A-D813-63D93DD552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CD8C49-6061-6FC8-C886-1E387921E4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76F32C96-B649-FE0D-DD51-60506F4BC2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C48660-C57E-9AEA-7A0F-A4A295FFE9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4C9D7371-F678-9651-5186-4CA5C9E7685A}"/>
              </a:ext>
            </a:extLst>
          </p:cNvPr>
          <p:cNvSpPr>
            <a:spLocks noGrp="1"/>
          </p:cNvSpPr>
          <p:nvPr>
            <p:ph type="dt" sz="half" idx="10"/>
          </p:nvPr>
        </p:nvSpPr>
        <p:spPr/>
        <p:txBody>
          <a:bodyPr/>
          <a:lstStyle/>
          <a:p>
            <a:fld id="{EC240192-0BF4-4B50-B663-A5BF3BE2552B}" type="datetimeFigureOut">
              <a:rPr lang="vi-VN" smtClean="0"/>
              <a:t>18/11/2025</a:t>
            </a:fld>
            <a:endParaRPr lang="vi-VN"/>
          </a:p>
        </p:txBody>
      </p:sp>
      <p:sp>
        <p:nvSpPr>
          <p:cNvPr id="8" name="Footer Placeholder 7">
            <a:extLst>
              <a:ext uri="{FF2B5EF4-FFF2-40B4-BE49-F238E27FC236}">
                <a16:creationId xmlns:a16="http://schemas.microsoft.com/office/drawing/2014/main" id="{83E5FFD7-33A0-2AA0-40A2-AFFF50CABAD6}"/>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07DE6ABD-F846-9236-6EB6-E4BA82F59954}"/>
              </a:ext>
            </a:extLst>
          </p:cNvPr>
          <p:cNvSpPr>
            <a:spLocks noGrp="1"/>
          </p:cNvSpPr>
          <p:nvPr>
            <p:ph type="sldNum" sz="quarter" idx="12"/>
          </p:nvPr>
        </p:nvSpPr>
        <p:spPr/>
        <p:txBody>
          <a:bodyPr/>
          <a:lstStyle/>
          <a:p>
            <a:fld id="{F36DBB6B-1A04-42B4-8799-D19DCC7168EA}" type="slidenum">
              <a:rPr lang="vi-VN" smtClean="0"/>
              <a:t>‹#›</a:t>
            </a:fld>
            <a:endParaRPr lang="vi-VN"/>
          </a:p>
        </p:txBody>
      </p:sp>
    </p:spTree>
    <p:extLst>
      <p:ext uri="{BB962C8B-B14F-4D97-AF65-F5344CB8AC3E}">
        <p14:creationId xmlns:p14="http://schemas.microsoft.com/office/powerpoint/2010/main" val="2179950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3BB1F-FD44-D0AC-1FEC-0B2EF74D89F9}"/>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EA771FBC-2F32-E715-D60E-96832B50EC58}"/>
              </a:ext>
            </a:extLst>
          </p:cNvPr>
          <p:cNvSpPr>
            <a:spLocks noGrp="1"/>
          </p:cNvSpPr>
          <p:nvPr>
            <p:ph type="dt" sz="half" idx="10"/>
          </p:nvPr>
        </p:nvSpPr>
        <p:spPr/>
        <p:txBody>
          <a:bodyPr/>
          <a:lstStyle/>
          <a:p>
            <a:fld id="{EC240192-0BF4-4B50-B663-A5BF3BE2552B}" type="datetimeFigureOut">
              <a:rPr lang="vi-VN" smtClean="0"/>
              <a:t>18/11/2025</a:t>
            </a:fld>
            <a:endParaRPr lang="vi-VN"/>
          </a:p>
        </p:txBody>
      </p:sp>
      <p:sp>
        <p:nvSpPr>
          <p:cNvPr id="4" name="Footer Placeholder 3">
            <a:extLst>
              <a:ext uri="{FF2B5EF4-FFF2-40B4-BE49-F238E27FC236}">
                <a16:creationId xmlns:a16="http://schemas.microsoft.com/office/drawing/2014/main" id="{8F8C66B2-CA24-2938-F81E-4D1347950DBC}"/>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CA2070B8-7E0C-1767-54FA-3150CE476275}"/>
              </a:ext>
            </a:extLst>
          </p:cNvPr>
          <p:cNvSpPr>
            <a:spLocks noGrp="1"/>
          </p:cNvSpPr>
          <p:nvPr>
            <p:ph type="sldNum" sz="quarter" idx="12"/>
          </p:nvPr>
        </p:nvSpPr>
        <p:spPr/>
        <p:txBody>
          <a:bodyPr/>
          <a:lstStyle/>
          <a:p>
            <a:fld id="{F36DBB6B-1A04-42B4-8799-D19DCC7168EA}" type="slidenum">
              <a:rPr lang="vi-VN" smtClean="0"/>
              <a:t>‹#›</a:t>
            </a:fld>
            <a:endParaRPr lang="vi-VN"/>
          </a:p>
        </p:txBody>
      </p:sp>
    </p:spTree>
    <p:extLst>
      <p:ext uri="{BB962C8B-B14F-4D97-AF65-F5344CB8AC3E}">
        <p14:creationId xmlns:p14="http://schemas.microsoft.com/office/powerpoint/2010/main" val="2815869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FE1ECC-4255-8322-3B12-0726F15CD9EE}"/>
              </a:ext>
            </a:extLst>
          </p:cNvPr>
          <p:cNvSpPr>
            <a:spLocks noGrp="1"/>
          </p:cNvSpPr>
          <p:nvPr>
            <p:ph type="dt" sz="half" idx="10"/>
          </p:nvPr>
        </p:nvSpPr>
        <p:spPr/>
        <p:txBody>
          <a:bodyPr/>
          <a:lstStyle/>
          <a:p>
            <a:fld id="{EC240192-0BF4-4B50-B663-A5BF3BE2552B}" type="datetimeFigureOut">
              <a:rPr lang="vi-VN" smtClean="0"/>
              <a:t>18/11/2025</a:t>
            </a:fld>
            <a:endParaRPr lang="vi-VN"/>
          </a:p>
        </p:txBody>
      </p:sp>
      <p:sp>
        <p:nvSpPr>
          <p:cNvPr id="3" name="Footer Placeholder 2">
            <a:extLst>
              <a:ext uri="{FF2B5EF4-FFF2-40B4-BE49-F238E27FC236}">
                <a16:creationId xmlns:a16="http://schemas.microsoft.com/office/drawing/2014/main" id="{6A432AB8-553D-AB7C-04BC-7D7E2F750D81}"/>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5971E110-55F0-2235-16A5-584FD9E41B47}"/>
              </a:ext>
            </a:extLst>
          </p:cNvPr>
          <p:cNvSpPr>
            <a:spLocks noGrp="1"/>
          </p:cNvSpPr>
          <p:nvPr>
            <p:ph type="sldNum" sz="quarter" idx="12"/>
          </p:nvPr>
        </p:nvSpPr>
        <p:spPr/>
        <p:txBody>
          <a:bodyPr/>
          <a:lstStyle/>
          <a:p>
            <a:fld id="{F36DBB6B-1A04-42B4-8799-D19DCC7168EA}" type="slidenum">
              <a:rPr lang="vi-VN" smtClean="0"/>
              <a:t>‹#›</a:t>
            </a:fld>
            <a:endParaRPr lang="vi-VN"/>
          </a:p>
        </p:txBody>
      </p:sp>
    </p:spTree>
    <p:extLst>
      <p:ext uri="{BB962C8B-B14F-4D97-AF65-F5344CB8AC3E}">
        <p14:creationId xmlns:p14="http://schemas.microsoft.com/office/powerpoint/2010/main" val="822461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0BA04-BAD4-2A3A-16AD-ECD5172F25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973C2738-82FB-5956-70A0-64B49DBE32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7CCDD2A2-B5AA-52A4-6499-DC8AED60B3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BE9EE4-C3FB-61A0-121B-E0D1A4466E72}"/>
              </a:ext>
            </a:extLst>
          </p:cNvPr>
          <p:cNvSpPr>
            <a:spLocks noGrp="1"/>
          </p:cNvSpPr>
          <p:nvPr>
            <p:ph type="dt" sz="half" idx="10"/>
          </p:nvPr>
        </p:nvSpPr>
        <p:spPr/>
        <p:txBody>
          <a:bodyPr/>
          <a:lstStyle/>
          <a:p>
            <a:fld id="{EC240192-0BF4-4B50-B663-A5BF3BE2552B}" type="datetimeFigureOut">
              <a:rPr lang="vi-VN" smtClean="0"/>
              <a:t>18/11/2025</a:t>
            </a:fld>
            <a:endParaRPr lang="vi-VN"/>
          </a:p>
        </p:txBody>
      </p:sp>
      <p:sp>
        <p:nvSpPr>
          <p:cNvPr id="6" name="Footer Placeholder 5">
            <a:extLst>
              <a:ext uri="{FF2B5EF4-FFF2-40B4-BE49-F238E27FC236}">
                <a16:creationId xmlns:a16="http://schemas.microsoft.com/office/drawing/2014/main" id="{66D2AD33-5E63-585C-160D-659C5F1870EA}"/>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BA5E1A4E-E571-2D5B-195B-738DAECA1811}"/>
              </a:ext>
            </a:extLst>
          </p:cNvPr>
          <p:cNvSpPr>
            <a:spLocks noGrp="1"/>
          </p:cNvSpPr>
          <p:nvPr>
            <p:ph type="sldNum" sz="quarter" idx="12"/>
          </p:nvPr>
        </p:nvSpPr>
        <p:spPr/>
        <p:txBody>
          <a:bodyPr/>
          <a:lstStyle/>
          <a:p>
            <a:fld id="{F36DBB6B-1A04-42B4-8799-D19DCC7168EA}" type="slidenum">
              <a:rPr lang="vi-VN" smtClean="0"/>
              <a:t>‹#›</a:t>
            </a:fld>
            <a:endParaRPr lang="vi-VN"/>
          </a:p>
        </p:txBody>
      </p:sp>
    </p:spTree>
    <p:extLst>
      <p:ext uri="{BB962C8B-B14F-4D97-AF65-F5344CB8AC3E}">
        <p14:creationId xmlns:p14="http://schemas.microsoft.com/office/powerpoint/2010/main" val="1083079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6F61E-210F-9AEB-492A-8D0447EAE8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29A0BE8D-8BEF-210B-AB62-E73936D357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F5DC0EEF-AA41-118E-83FC-DEBDB18C5D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7B3A94-A9A7-278D-B149-51AA6060472A}"/>
              </a:ext>
            </a:extLst>
          </p:cNvPr>
          <p:cNvSpPr>
            <a:spLocks noGrp="1"/>
          </p:cNvSpPr>
          <p:nvPr>
            <p:ph type="dt" sz="half" idx="10"/>
          </p:nvPr>
        </p:nvSpPr>
        <p:spPr/>
        <p:txBody>
          <a:bodyPr/>
          <a:lstStyle/>
          <a:p>
            <a:fld id="{EC240192-0BF4-4B50-B663-A5BF3BE2552B}" type="datetimeFigureOut">
              <a:rPr lang="vi-VN" smtClean="0"/>
              <a:t>18/11/2025</a:t>
            </a:fld>
            <a:endParaRPr lang="vi-VN"/>
          </a:p>
        </p:txBody>
      </p:sp>
      <p:sp>
        <p:nvSpPr>
          <p:cNvPr id="6" name="Footer Placeholder 5">
            <a:extLst>
              <a:ext uri="{FF2B5EF4-FFF2-40B4-BE49-F238E27FC236}">
                <a16:creationId xmlns:a16="http://schemas.microsoft.com/office/drawing/2014/main" id="{44DDD3DB-2E5F-1587-75C2-AEBCAFFA3733}"/>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8AA21C39-AC69-0F7A-A40C-AA5B79757479}"/>
              </a:ext>
            </a:extLst>
          </p:cNvPr>
          <p:cNvSpPr>
            <a:spLocks noGrp="1"/>
          </p:cNvSpPr>
          <p:nvPr>
            <p:ph type="sldNum" sz="quarter" idx="12"/>
          </p:nvPr>
        </p:nvSpPr>
        <p:spPr/>
        <p:txBody>
          <a:bodyPr/>
          <a:lstStyle/>
          <a:p>
            <a:fld id="{F36DBB6B-1A04-42B4-8799-D19DCC7168EA}" type="slidenum">
              <a:rPr lang="vi-VN" smtClean="0"/>
              <a:t>‹#›</a:t>
            </a:fld>
            <a:endParaRPr lang="vi-VN"/>
          </a:p>
        </p:txBody>
      </p:sp>
    </p:spTree>
    <p:extLst>
      <p:ext uri="{BB962C8B-B14F-4D97-AF65-F5344CB8AC3E}">
        <p14:creationId xmlns:p14="http://schemas.microsoft.com/office/powerpoint/2010/main" val="3093337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960B7-58A9-A5F7-9F2C-C247AD5AD3E2}"/>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B099DFF9-13FA-4AD5-249C-5181A695A8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CC706FAB-2FD1-C455-4D8D-EC0F11720A57}"/>
              </a:ext>
            </a:extLst>
          </p:cNvPr>
          <p:cNvSpPr>
            <a:spLocks noGrp="1"/>
          </p:cNvSpPr>
          <p:nvPr>
            <p:ph type="dt" sz="half" idx="10"/>
          </p:nvPr>
        </p:nvSpPr>
        <p:spPr/>
        <p:txBody>
          <a:bodyPr/>
          <a:lstStyle/>
          <a:p>
            <a:fld id="{EC240192-0BF4-4B50-B663-A5BF3BE2552B}" type="datetimeFigureOut">
              <a:rPr lang="vi-VN" smtClean="0"/>
              <a:t>18/11/2025</a:t>
            </a:fld>
            <a:endParaRPr lang="vi-VN"/>
          </a:p>
        </p:txBody>
      </p:sp>
      <p:sp>
        <p:nvSpPr>
          <p:cNvPr id="5" name="Footer Placeholder 4">
            <a:extLst>
              <a:ext uri="{FF2B5EF4-FFF2-40B4-BE49-F238E27FC236}">
                <a16:creationId xmlns:a16="http://schemas.microsoft.com/office/drawing/2014/main" id="{FDCC3B09-B83A-75B5-AE51-736F40CAEB4D}"/>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9616683E-696D-7AA7-A3AE-92FA0390F5D3}"/>
              </a:ext>
            </a:extLst>
          </p:cNvPr>
          <p:cNvSpPr>
            <a:spLocks noGrp="1"/>
          </p:cNvSpPr>
          <p:nvPr>
            <p:ph type="sldNum" sz="quarter" idx="12"/>
          </p:nvPr>
        </p:nvSpPr>
        <p:spPr/>
        <p:txBody>
          <a:bodyPr/>
          <a:lstStyle/>
          <a:p>
            <a:fld id="{F36DBB6B-1A04-42B4-8799-D19DCC7168EA}" type="slidenum">
              <a:rPr lang="vi-VN" smtClean="0"/>
              <a:t>‹#›</a:t>
            </a:fld>
            <a:endParaRPr lang="vi-VN"/>
          </a:p>
        </p:txBody>
      </p:sp>
    </p:spTree>
    <p:extLst>
      <p:ext uri="{BB962C8B-B14F-4D97-AF65-F5344CB8AC3E}">
        <p14:creationId xmlns:p14="http://schemas.microsoft.com/office/powerpoint/2010/main" val="3306742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48F62B-8C2E-353E-BA3F-FC3A8B35832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C9567DC6-0D11-2795-81C4-BFB79F48A2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1C13261B-C8CD-0E16-38BF-A4AB78B62F21}"/>
              </a:ext>
            </a:extLst>
          </p:cNvPr>
          <p:cNvSpPr>
            <a:spLocks noGrp="1"/>
          </p:cNvSpPr>
          <p:nvPr>
            <p:ph type="dt" sz="half" idx="10"/>
          </p:nvPr>
        </p:nvSpPr>
        <p:spPr/>
        <p:txBody>
          <a:bodyPr/>
          <a:lstStyle/>
          <a:p>
            <a:fld id="{EC240192-0BF4-4B50-B663-A5BF3BE2552B}" type="datetimeFigureOut">
              <a:rPr lang="vi-VN" smtClean="0"/>
              <a:t>18/11/2025</a:t>
            </a:fld>
            <a:endParaRPr lang="vi-VN"/>
          </a:p>
        </p:txBody>
      </p:sp>
      <p:sp>
        <p:nvSpPr>
          <p:cNvPr id="5" name="Footer Placeholder 4">
            <a:extLst>
              <a:ext uri="{FF2B5EF4-FFF2-40B4-BE49-F238E27FC236}">
                <a16:creationId xmlns:a16="http://schemas.microsoft.com/office/drawing/2014/main" id="{39228729-E754-B507-6C61-D8C4D4EBA39D}"/>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A94D9B7A-06C3-FEDD-C596-EBD504C977AA}"/>
              </a:ext>
            </a:extLst>
          </p:cNvPr>
          <p:cNvSpPr>
            <a:spLocks noGrp="1"/>
          </p:cNvSpPr>
          <p:nvPr>
            <p:ph type="sldNum" sz="quarter" idx="12"/>
          </p:nvPr>
        </p:nvSpPr>
        <p:spPr/>
        <p:txBody>
          <a:bodyPr/>
          <a:lstStyle/>
          <a:p>
            <a:fld id="{F36DBB6B-1A04-42B4-8799-D19DCC7168EA}" type="slidenum">
              <a:rPr lang="vi-VN" smtClean="0"/>
              <a:t>‹#›</a:t>
            </a:fld>
            <a:endParaRPr lang="vi-VN"/>
          </a:p>
        </p:txBody>
      </p:sp>
    </p:spTree>
    <p:extLst>
      <p:ext uri="{BB962C8B-B14F-4D97-AF65-F5344CB8AC3E}">
        <p14:creationId xmlns:p14="http://schemas.microsoft.com/office/powerpoint/2010/main" val="2075057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31DCC5-CFF5-CBB2-8D2D-F193464B05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789E24CC-24AD-FD93-D517-0A376A301B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587D8934-C5F1-5944-D0CD-E62C95852E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C240192-0BF4-4B50-B663-A5BF3BE2552B}" type="datetimeFigureOut">
              <a:rPr lang="vi-VN" smtClean="0"/>
              <a:t>18/11/2025</a:t>
            </a:fld>
            <a:endParaRPr lang="vi-VN"/>
          </a:p>
        </p:txBody>
      </p:sp>
      <p:sp>
        <p:nvSpPr>
          <p:cNvPr id="5" name="Footer Placeholder 4">
            <a:extLst>
              <a:ext uri="{FF2B5EF4-FFF2-40B4-BE49-F238E27FC236}">
                <a16:creationId xmlns:a16="http://schemas.microsoft.com/office/drawing/2014/main" id="{C1AF48A4-ECC2-C699-3855-F8F9DE6302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a:extLst>
              <a:ext uri="{FF2B5EF4-FFF2-40B4-BE49-F238E27FC236}">
                <a16:creationId xmlns:a16="http://schemas.microsoft.com/office/drawing/2014/main" id="{E2515449-6FA6-F5FE-6ADA-D231E37A50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36DBB6B-1A04-42B4-8799-D19DCC7168EA}" type="slidenum">
              <a:rPr lang="vi-VN" smtClean="0"/>
              <a:t>‹#›</a:t>
            </a:fld>
            <a:endParaRPr lang="vi-VN"/>
          </a:p>
        </p:txBody>
      </p:sp>
    </p:spTree>
    <p:extLst>
      <p:ext uri="{BB962C8B-B14F-4D97-AF65-F5344CB8AC3E}">
        <p14:creationId xmlns:p14="http://schemas.microsoft.com/office/powerpoint/2010/main" val="6727955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720E2-7879-8059-A75C-8311EE916BE5}"/>
              </a:ext>
            </a:extLst>
          </p:cNvPr>
          <p:cNvSpPr>
            <a:spLocks noGrp="1"/>
          </p:cNvSpPr>
          <p:nvPr>
            <p:ph type="ctrTitle"/>
          </p:nvPr>
        </p:nvSpPr>
        <p:spPr/>
        <p:txBody>
          <a:bodyPr>
            <a:normAutofit/>
          </a:bodyPr>
          <a:lstStyle/>
          <a:p>
            <a:r>
              <a:rPr lang="en-US" sz="4000" b="1" spc="-1" dirty="0"/>
              <a:t>Summarize for Enhancing Large Language Model for Knowledge Graph Completion via Structure-Aware Alignment-Tuning</a:t>
            </a:r>
            <a:endParaRPr lang="vi-VN" sz="4000" dirty="0"/>
          </a:p>
        </p:txBody>
      </p:sp>
      <p:sp>
        <p:nvSpPr>
          <p:cNvPr id="3" name="Subtitle 2">
            <a:extLst>
              <a:ext uri="{FF2B5EF4-FFF2-40B4-BE49-F238E27FC236}">
                <a16:creationId xmlns:a16="http://schemas.microsoft.com/office/drawing/2014/main" id="{E2D3C19D-4231-2D62-066A-5981897DEB38}"/>
              </a:ext>
            </a:extLst>
          </p:cNvPr>
          <p:cNvSpPr>
            <a:spLocks noGrp="1"/>
          </p:cNvSpPr>
          <p:nvPr>
            <p:ph type="subTitle" idx="1"/>
          </p:nvPr>
        </p:nvSpPr>
        <p:spPr/>
        <p:txBody>
          <a:bodyPr>
            <a:normAutofit/>
          </a:bodyPr>
          <a:lstStyle/>
          <a:p>
            <a:r>
              <a:rPr lang="en-US" sz="3200" spc="-1" dirty="0" err="1">
                <a:latin typeface="Arial"/>
              </a:rPr>
              <a:t>MinhPV</a:t>
            </a:r>
            <a:endParaRPr lang="en-US" sz="3200" spc="-1" dirty="0">
              <a:latin typeface="Arial"/>
            </a:endParaRPr>
          </a:p>
        </p:txBody>
      </p:sp>
    </p:spTree>
    <p:extLst>
      <p:ext uri="{BB962C8B-B14F-4D97-AF65-F5344CB8AC3E}">
        <p14:creationId xmlns:p14="http://schemas.microsoft.com/office/powerpoint/2010/main" val="1721821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9AA25-D9A0-03D5-90AC-E8A8B68866C1}"/>
              </a:ext>
            </a:extLst>
          </p:cNvPr>
          <p:cNvSpPr>
            <a:spLocks noGrp="1"/>
          </p:cNvSpPr>
          <p:nvPr>
            <p:ph type="title"/>
          </p:nvPr>
        </p:nvSpPr>
        <p:spPr/>
        <p:txBody>
          <a:bodyPr/>
          <a:lstStyle/>
          <a:p>
            <a:r>
              <a:rPr lang="en-US" dirty="0"/>
              <a:t>1. Introduction</a:t>
            </a:r>
            <a:endParaRPr lang="vi-VN" dirty="0"/>
          </a:p>
        </p:txBody>
      </p:sp>
      <p:sp>
        <p:nvSpPr>
          <p:cNvPr id="3" name="Content Placeholder 2">
            <a:extLst>
              <a:ext uri="{FF2B5EF4-FFF2-40B4-BE49-F238E27FC236}">
                <a16:creationId xmlns:a16="http://schemas.microsoft.com/office/drawing/2014/main" id="{6BCB8B0F-C25A-76CD-BDFE-EBCE87C8892C}"/>
              </a:ext>
            </a:extLst>
          </p:cNvPr>
          <p:cNvSpPr>
            <a:spLocks noGrp="1"/>
          </p:cNvSpPr>
          <p:nvPr>
            <p:ph idx="1"/>
          </p:nvPr>
        </p:nvSpPr>
        <p:spPr>
          <a:xfrm>
            <a:off x="838200" y="1825625"/>
            <a:ext cx="4485639" cy="4554855"/>
          </a:xfrm>
        </p:spPr>
        <p:txBody>
          <a:bodyPr>
            <a:normAutofit/>
          </a:bodyPr>
          <a:lstStyle/>
          <a:p>
            <a:r>
              <a:rPr lang="vi-VN" sz="2000" dirty="0"/>
              <a:t>Hình 1 minh họa các phương pháp KGC tăng cường bởi LLM.</a:t>
            </a:r>
          </a:p>
          <a:p>
            <a:pPr marL="742950" lvl="1" indent="-285750"/>
            <a:r>
              <a:rPr lang="vi-VN" sz="2000" dirty="0"/>
              <a:t>(a) Đồ thị tri thức không đầy đủ với các triple bị thiếu.</a:t>
            </a:r>
          </a:p>
          <a:p>
            <a:pPr marL="742950" lvl="1" indent="-285750"/>
            <a:r>
              <a:rPr lang="vi-VN" sz="2000" dirty="0"/>
              <a:t>(b) Các phương pháp dựa trên văn bản “làm phẳng” (flattening) KG thành các chuỗi văn bản.</a:t>
            </a:r>
          </a:p>
          <a:p>
            <a:pPr marL="742950" lvl="1" indent="-285750"/>
            <a:r>
              <a:rPr lang="vi-VN" sz="2000" dirty="0"/>
              <a:t>(c) Các phương pháp dựa trên embedding tích hợp embedding đồ thị vào LLM.</a:t>
            </a:r>
          </a:p>
          <a:p>
            <a:pPr marL="1200150" lvl="2" indent="-285750"/>
            <a:r>
              <a:rPr lang="vi-VN" dirty="0"/>
              <a:t>subgraph -&gt; embedding</a:t>
            </a:r>
          </a:p>
          <a:p>
            <a:pPr lvl="2"/>
            <a:r>
              <a:rPr lang="vi-VN" dirty="0"/>
              <a:t>(các chấm là các embedding của node, vùng màu xanh là 1 subgraph)</a:t>
            </a:r>
          </a:p>
          <a:p>
            <a:endParaRPr lang="vi-VN" sz="2000" dirty="0"/>
          </a:p>
          <a:p>
            <a:endParaRPr lang="vi-VN" sz="2000" dirty="0"/>
          </a:p>
        </p:txBody>
      </p:sp>
      <p:pic>
        <p:nvPicPr>
          <p:cNvPr id="4" name="Picture 3">
            <a:extLst>
              <a:ext uri="{FF2B5EF4-FFF2-40B4-BE49-F238E27FC236}">
                <a16:creationId xmlns:a16="http://schemas.microsoft.com/office/drawing/2014/main" id="{12504338-6AD8-C51C-A6B4-BBB31C202BE3}"/>
              </a:ext>
            </a:extLst>
          </p:cNvPr>
          <p:cNvPicPr/>
          <p:nvPr/>
        </p:nvPicPr>
        <p:blipFill>
          <a:blip r:embed="rId2"/>
          <a:stretch/>
        </p:blipFill>
        <p:spPr>
          <a:xfrm>
            <a:off x="5323840" y="0"/>
            <a:ext cx="6868160" cy="6858000"/>
          </a:xfrm>
          <a:prstGeom prst="rect">
            <a:avLst/>
          </a:prstGeom>
          <a:ln w="18000">
            <a:noFill/>
          </a:ln>
        </p:spPr>
      </p:pic>
    </p:spTree>
    <p:extLst>
      <p:ext uri="{BB962C8B-B14F-4D97-AF65-F5344CB8AC3E}">
        <p14:creationId xmlns:p14="http://schemas.microsoft.com/office/powerpoint/2010/main" val="1390838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4FF44-383F-89F2-FFDE-FF054BD19C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263FEE-9A91-31C3-EF81-3484052FFB6A}"/>
              </a:ext>
            </a:extLst>
          </p:cNvPr>
          <p:cNvSpPr>
            <a:spLocks noGrp="1"/>
          </p:cNvSpPr>
          <p:nvPr>
            <p:ph type="title"/>
          </p:nvPr>
        </p:nvSpPr>
        <p:spPr/>
        <p:txBody>
          <a:bodyPr/>
          <a:lstStyle/>
          <a:p>
            <a:r>
              <a:rPr lang="en-US" dirty="0"/>
              <a:t>1. Introduction</a:t>
            </a:r>
            <a:endParaRPr lang="vi-VN" dirty="0"/>
          </a:p>
        </p:txBody>
      </p:sp>
      <p:sp>
        <p:nvSpPr>
          <p:cNvPr id="3" name="Content Placeholder 2">
            <a:extLst>
              <a:ext uri="{FF2B5EF4-FFF2-40B4-BE49-F238E27FC236}">
                <a16:creationId xmlns:a16="http://schemas.microsoft.com/office/drawing/2014/main" id="{A01F06D3-25FF-3DD0-5F83-01C2B050DF44}"/>
              </a:ext>
            </a:extLst>
          </p:cNvPr>
          <p:cNvSpPr>
            <a:spLocks noGrp="1"/>
          </p:cNvSpPr>
          <p:nvPr>
            <p:ph idx="1"/>
          </p:nvPr>
        </p:nvSpPr>
        <p:spPr/>
        <p:txBody>
          <a:bodyPr>
            <a:normAutofit/>
          </a:bodyPr>
          <a:lstStyle/>
          <a:p>
            <a:pPr marL="342900" indent="-342900"/>
            <a:r>
              <a:rPr lang="vi-VN" sz="2000" dirty="0">
                <a:cs typeface="Arial" panose="020B0604020202020204" pitchFamily="34" charset="0"/>
              </a:rPr>
              <a:t>Các phương pháp dựa trên văn bản chuyển đổi các triple của KG thành dạng văn bản và nối chúng vào prompt đầu vào. </a:t>
            </a:r>
          </a:p>
          <a:p>
            <a:pPr marL="0" indent="0">
              <a:buNone/>
            </a:pPr>
            <a:r>
              <a:rPr lang="vi-VN" sz="2000" dirty="0">
                <a:cs typeface="Arial" panose="020B0604020202020204" pitchFamily="34" charset="0"/>
              </a:rPr>
              <a:t>	-&gt; phá hủy cấu trúc vốn có của KG.</a:t>
            </a:r>
          </a:p>
          <a:p>
            <a:pPr marL="342900" indent="-342900"/>
            <a:r>
              <a:rPr lang="vi-VN" sz="2000" dirty="0">
                <a:cs typeface="Arial" panose="020B0604020202020204" pitchFamily="34" charset="0"/>
              </a:rPr>
              <a:t>Trái lại, các phương pháp dựa trên embedding sử dụng học biểu diễn đồ thị để tạo embedding cho các subgraph được truy xuất. </a:t>
            </a:r>
          </a:p>
          <a:p>
            <a:pPr marL="342900" indent="-342900"/>
            <a:r>
              <a:rPr lang="vi-VN" sz="2000" dirty="0">
                <a:cs typeface="Arial" panose="020B0604020202020204" pitchFamily="34" charset="0"/>
              </a:rPr>
              <a:t>Bằng cách bảo toàn cấu trúc của KG, các phương pháp này cho phép suy luận mạnh mẽ hơn và đạt hiệu suất ấn tượng.</a:t>
            </a:r>
          </a:p>
          <a:p>
            <a:pPr indent="0">
              <a:spcBef>
                <a:spcPts val="1060"/>
              </a:spcBef>
              <a:buNone/>
            </a:pPr>
            <a:endParaRPr lang="en-US" sz="2000" spc="-1" dirty="0">
              <a:solidFill>
                <a:srgbClr val="000000"/>
              </a:solidFill>
              <a:cs typeface="Arial" panose="020B0604020202020204" pitchFamily="34" charset="0"/>
            </a:endParaRPr>
          </a:p>
          <a:p>
            <a:endParaRPr lang="vi-VN" sz="2000" dirty="0"/>
          </a:p>
        </p:txBody>
      </p:sp>
    </p:spTree>
    <p:extLst>
      <p:ext uri="{BB962C8B-B14F-4D97-AF65-F5344CB8AC3E}">
        <p14:creationId xmlns:p14="http://schemas.microsoft.com/office/powerpoint/2010/main" val="2313711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32331-55B5-589B-59C2-ED4A2178CB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04F1B5-40C5-38F4-2F7C-FFC390BC14B2}"/>
              </a:ext>
            </a:extLst>
          </p:cNvPr>
          <p:cNvSpPr>
            <a:spLocks noGrp="1"/>
          </p:cNvSpPr>
          <p:nvPr>
            <p:ph type="title"/>
          </p:nvPr>
        </p:nvSpPr>
        <p:spPr/>
        <p:txBody>
          <a:bodyPr/>
          <a:lstStyle/>
          <a:p>
            <a:r>
              <a:rPr lang="en-US" dirty="0"/>
              <a:t>1. Introduction</a:t>
            </a:r>
            <a:endParaRPr lang="vi-VN" dirty="0"/>
          </a:p>
        </p:txBody>
      </p:sp>
      <p:sp>
        <p:nvSpPr>
          <p:cNvPr id="3" name="Content Placeholder 2">
            <a:extLst>
              <a:ext uri="{FF2B5EF4-FFF2-40B4-BE49-F238E27FC236}">
                <a16:creationId xmlns:a16="http://schemas.microsoft.com/office/drawing/2014/main" id="{B0DCBBC6-2487-EE78-38D4-6CD2D35A68D2}"/>
              </a:ext>
            </a:extLst>
          </p:cNvPr>
          <p:cNvSpPr>
            <a:spLocks noGrp="1"/>
          </p:cNvSpPr>
          <p:nvPr>
            <p:ph idx="1"/>
          </p:nvPr>
        </p:nvSpPr>
        <p:spPr>
          <a:xfrm>
            <a:off x="838200" y="1825625"/>
            <a:ext cx="10685206" cy="4919304"/>
          </a:xfrm>
        </p:spPr>
        <p:txBody>
          <a:bodyPr>
            <a:normAutofit/>
          </a:bodyPr>
          <a:lstStyle/>
          <a:p>
            <a:pPr marL="0" indent="0">
              <a:buNone/>
            </a:pPr>
            <a:r>
              <a:rPr lang="vi-VN" sz="2000" dirty="0"/>
              <a:t>Tuy nhiên, các phương pháp dựa trên embedding vẫn đối mặt với hai thách thức quan trọng. </a:t>
            </a:r>
          </a:p>
          <a:p>
            <a:pPr marL="531907" lvl="1" indent="-342900"/>
            <a:r>
              <a:rPr lang="vi-VN" sz="2000" dirty="0"/>
              <a:t>Thứ nhất, dù các phương pháp hiện tại tận dụng embedding đồ thị để nắm bắt thông tin cấu trúc, chúng thường bỏ qua khoảng cách biểu diễn (representational gap) giữa cấu trúc đồ thị và ngôn ngữ tự nhiên</a:t>
            </a:r>
          </a:p>
          <a:p>
            <a:pPr marL="0" indent="0">
              <a:buNone/>
            </a:pPr>
            <a:r>
              <a:rPr lang="vi-VN" sz="2000" dirty="0"/>
              <a:t>   -&gt; hạn chế khả năng của LLM trong việc hiểu và suy luận tri thức cấu trúc.</a:t>
            </a:r>
          </a:p>
          <a:p>
            <a:pPr marL="531907" lvl="1" indent="-342900"/>
            <a:r>
              <a:rPr lang="vi-VN" sz="2000" dirty="0"/>
              <a:t>Thứ hai, nghiên cứu hiện tại chủ yếu dựa vào instruction tuning (tinh chỉnh theo hướng dẫn)</a:t>
            </a:r>
          </a:p>
          <a:p>
            <a:pPr marL="720913" lvl="2" indent="-342900"/>
            <a:r>
              <a:rPr lang="vi-VN" dirty="0"/>
              <a:t>tuy nhiên, hầu hết các nghiên cứu xây dựng instruction riêng cho từng KGC tasks (ví dụ: </a:t>
            </a:r>
            <a:r>
              <a:rPr lang="en-US" dirty="0"/>
              <a:t>triple classification, link prediction</a:t>
            </a:r>
            <a:r>
              <a:rPr lang="vi-VN" dirty="0"/>
              <a:t>), dẫn đến dư thừa và kém hiệu quả. </a:t>
            </a:r>
          </a:p>
          <a:p>
            <a:pPr marL="720913" lvl="2" indent="-342900">
              <a:buFont typeface="Wingdings" panose="05000000000000000000" pitchFamily="2" charset="2"/>
              <a:buChar char="è"/>
            </a:pPr>
            <a:r>
              <a:rPr lang="vi-VN" dirty="0"/>
              <a:t>Do đó, cần thiết phải phát triển một instruction-tuning paradigm (khuôn mẫu tinh chỉnh hướng dẫn) mới, tích hợp đa dạng các tác vụ KGC trong một unified framework (khuôn khổ thống nhất). </a:t>
            </a:r>
          </a:p>
          <a:p>
            <a:pPr marL="720913" lvl="2" indent="-342900">
              <a:buFont typeface="Wingdings" panose="05000000000000000000" pitchFamily="2" charset="2"/>
              <a:buChar char="è"/>
            </a:pPr>
            <a:r>
              <a:rPr lang="vi-VN" dirty="0"/>
              <a:t>SAT</a:t>
            </a:r>
          </a:p>
          <a:p>
            <a:pPr marL="342900" indent="-342900">
              <a:spcBef>
                <a:spcPts val="1060"/>
              </a:spcBef>
            </a:pPr>
            <a:endParaRPr lang="en-US" sz="2000" strike="noStrike" spc="-1" dirty="0">
              <a:solidFill>
                <a:srgbClr val="000000"/>
              </a:solidFill>
            </a:endParaRPr>
          </a:p>
          <a:p>
            <a:endParaRPr lang="vi-VN" sz="2000" dirty="0"/>
          </a:p>
        </p:txBody>
      </p:sp>
    </p:spTree>
    <p:extLst>
      <p:ext uri="{BB962C8B-B14F-4D97-AF65-F5344CB8AC3E}">
        <p14:creationId xmlns:p14="http://schemas.microsoft.com/office/powerpoint/2010/main" val="2419874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2E8BE-8A4B-6FED-F147-F940C26A59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BBD6D4-2A8A-AF1C-0EFD-6CD0065B6855}"/>
              </a:ext>
            </a:extLst>
          </p:cNvPr>
          <p:cNvSpPr>
            <a:spLocks noGrp="1"/>
          </p:cNvSpPr>
          <p:nvPr>
            <p:ph type="title"/>
          </p:nvPr>
        </p:nvSpPr>
        <p:spPr/>
        <p:txBody>
          <a:bodyPr/>
          <a:lstStyle/>
          <a:p>
            <a:r>
              <a:rPr lang="vi-VN" dirty="0"/>
              <a:t>1. Introduction</a:t>
            </a:r>
          </a:p>
        </p:txBody>
      </p:sp>
      <p:sp>
        <p:nvSpPr>
          <p:cNvPr id="3" name="Content Placeholder 2">
            <a:extLst>
              <a:ext uri="{FF2B5EF4-FFF2-40B4-BE49-F238E27FC236}">
                <a16:creationId xmlns:a16="http://schemas.microsoft.com/office/drawing/2014/main" id="{6D6DA556-2AFE-DDAA-0C6A-FC7CE32536C0}"/>
              </a:ext>
            </a:extLst>
          </p:cNvPr>
          <p:cNvSpPr>
            <a:spLocks noGrp="1"/>
          </p:cNvSpPr>
          <p:nvPr>
            <p:ph idx="1"/>
          </p:nvPr>
        </p:nvSpPr>
        <p:spPr>
          <a:xfrm>
            <a:off x="838200" y="1825624"/>
            <a:ext cx="10606548" cy="5032376"/>
          </a:xfrm>
        </p:spPr>
        <p:txBody>
          <a:bodyPr>
            <a:normAutofit/>
          </a:bodyPr>
          <a:lstStyle/>
          <a:p>
            <a:r>
              <a:rPr lang="vi-VN" sz="2000" dirty="0"/>
              <a:t>SAT, được thiết kế nhằm nâng cao khả năng của LLM trong KGC thông qua Structure-aware Alignment and Tuning. </a:t>
            </a:r>
          </a:p>
          <a:p>
            <a:r>
              <a:rPr lang="vi-VN" sz="2000" dirty="0"/>
              <a:t>Cụ thể, SAT trước tiên giới thiệu hierarchical knowledge alignment module (mô-đun căn chỉnh tri thức phân cấp) nhằm cải thiện khả năng của LLM trong việc hiểu mã hóa cấu trúc đồ thị.</a:t>
            </a:r>
          </a:p>
          <a:p>
            <a:r>
              <a:rPr lang="vi-VN" sz="2000" dirty="0"/>
              <a:t>Họ xây dựng graph-text alignment datasets (tập dữ liệu căn chỉnh đồ thị–văn bản) từ góc nhìn phân cấp, xem xét cả node-level lẫn subgraph-level alignments, và sử dụng multi-task contrastive learning để căn chỉnh graph embeddings với không gian ngôn ngữ tự nhiên. </a:t>
            </a:r>
          </a:p>
          <a:p>
            <a:r>
              <a:rPr lang="vi-VN" sz="2000" dirty="0"/>
              <a:t>Sau đó, họ đề xuất a structural instruction tuning module (1 mô-đun tinh chỉnh hướng dẫn có nhận thức cấu trúc) để hướng dẫn LLM thực hiện suy luận có tính cấu trúc.</a:t>
            </a:r>
          </a:p>
          <a:p>
            <a:r>
              <a:rPr lang="vi-VN" sz="2000" dirty="0"/>
              <a:t>Họ thiết kế một graph instruction mới và triển khai một chiến lược tinh chỉnh nhẹ (lightweight tuning strategy) sử dụng knowledge adapter để đáp ứng nhiều tác vụ KGC khác nhau.</a:t>
            </a:r>
          </a:p>
        </p:txBody>
      </p:sp>
    </p:spTree>
    <p:extLst>
      <p:ext uri="{BB962C8B-B14F-4D97-AF65-F5344CB8AC3E}">
        <p14:creationId xmlns:p14="http://schemas.microsoft.com/office/powerpoint/2010/main" val="2526190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A4AE3-9609-F0B4-FE5C-5A48F52B27C7}"/>
              </a:ext>
            </a:extLst>
          </p:cNvPr>
          <p:cNvSpPr>
            <a:spLocks noGrp="1"/>
          </p:cNvSpPr>
          <p:nvPr>
            <p:ph type="title"/>
          </p:nvPr>
        </p:nvSpPr>
        <p:spPr/>
        <p:txBody>
          <a:bodyPr/>
          <a:lstStyle/>
          <a:p>
            <a:r>
              <a:rPr lang="vi-VN" dirty="0"/>
              <a:t>1. Introduction</a:t>
            </a:r>
          </a:p>
        </p:txBody>
      </p:sp>
      <p:sp>
        <p:nvSpPr>
          <p:cNvPr id="3" name="Content Placeholder 2">
            <a:extLst>
              <a:ext uri="{FF2B5EF4-FFF2-40B4-BE49-F238E27FC236}">
                <a16:creationId xmlns:a16="http://schemas.microsoft.com/office/drawing/2014/main" id="{69113276-4611-3DC4-E53D-F88F5F71BDDD}"/>
              </a:ext>
            </a:extLst>
          </p:cNvPr>
          <p:cNvSpPr>
            <a:spLocks noGrp="1"/>
          </p:cNvSpPr>
          <p:nvPr>
            <p:ph idx="1"/>
          </p:nvPr>
        </p:nvSpPr>
        <p:spPr/>
        <p:txBody>
          <a:bodyPr>
            <a:normAutofit/>
          </a:bodyPr>
          <a:lstStyle/>
          <a:p>
            <a:r>
              <a:rPr lang="vi-VN" sz="2000" dirty="0"/>
              <a:t>Tổng kết, đóng góp của họ gồm:</a:t>
            </a:r>
          </a:p>
          <a:p>
            <a:pPr lvl="1"/>
            <a:r>
              <a:rPr lang="vi-VN" sz="2000" dirty="0"/>
              <a:t>Giới thiệu một framework mới tích hợp liền mạch cấu trúc đồ thị vào LLM cho KGC thông qua structure-aware alignment–tuning.</a:t>
            </a:r>
          </a:p>
          <a:p>
            <a:pPr lvl="1"/>
            <a:r>
              <a:rPr lang="vi-VN" sz="2000" dirty="0"/>
              <a:t>Đề xuất hierarchical knowledge alignment nhằm giải quyết sự không nhất quán về không gian biểu diễn và structural instruction tuning để thống nhất hiệu quả nhiều tác vụ KGC.</a:t>
            </a:r>
          </a:p>
          <a:p>
            <a:pPr lvl="1"/>
            <a:r>
              <a:rPr lang="vi-VN" sz="2000" dirty="0"/>
              <a:t>Đánh giá SAT trên hai tác vụ KGC và bốn bộ dữ liệu. </a:t>
            </a:r>
          </a:p>
          <a:p>
            <a:pPr marL="0" indent="0">
              <a:buNone/>
            </a:pPr>
            <a:r>
              <a:rPr lang="vi-VN" sz="2000" dirty="0"/>
              <a:t>Kết quả thực nghiệm cho thấy mô hình của họ vượt trội hơn các phương pháp state-of-the-art, đặc biệt trong link prediction.</a:t>
            </a:r>
          </a:p>
        </p:txBody>
      </p:sp>
    </p:spTree>
    <p:extLst>
      <p:ext uri="{BB962C8B-B14F-4D97-AF65-F5344CB8AC3E}">
        <p14:creationId xmlns:p14="http://schemas.microsoft.com/office/powerpoint/2010/main" val="3961336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6693A-73DC-5F74-1E62-E976996A20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69C98-CBFF-DBC4-B357-CC6FB01810FE}"/>
              </a:ext>
            </a:extLst>
          </p:cNvPr>
          <p:cNvSpPr>
            <a:spLocks noGrp="1"/>
          </p:cNvSpPr>
          <p:nvPr>
            <p:ph type="title"/>
          </p:nvPr>
        </p:nvSpPr>
        <p:spPr/>
        <p:txBody>
          <a:bodyPr/>
          <a:lstStyle/>
          <a:p>
            <a:r>
              <a:rPr lang="vi-VN" dirty="0"/>
              <a:t>2. Method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30955E8-645F-59E0-B147-21B59DDC5B8B}"/>
                  </a:ext>
                </a:extLst>
              </p:cNvPr>
              <p:cNvSpPr>
                <a:spLocks noGrp="1"/>
              </p:cNvSpPr>
              <p:nvPr>
                <p:ph idx="1"/>
              </p:nvPr>
            </p:nvSpPr>
            <p:spPr/>
            <p:txBody>
              <a:bodyPr>
                <a:normAutofit/>
              </a:bodyPr>
              <a:lstStyle/>
              <a:p>
                <a:r>
                  <a:rPr lang="vi-VN" sz="2000" dirty="0"/>
                  <a:t>Một Knowledge Graph được định nghĩa chính thức là </a:t>
                </a:r>
                <a14:m>
                  <m:oMath xmlns:m="http://schemas.openxmlformats.org/officeDocument/2006/math">
                    <m:r>
                      <a:rPr lang="vi-VN" sz="2000" b="0" i="1"/>
                      <m:t>𝐺</m:t>
                    </m:r>
                    <m:r>
                      <a:rPr lang="vi-VN" sz="2000" b="0"/>
                      <m:t>=</m:t>
                    </m:r>
                    <m:r>
                      <a:rPr lang="vi-VN" sz="2000" b="0" i="0" smtClean="0">
                        <a:latin typeface="Cambria Math" panose="02040503050406030204" pitchFamily="18" charset="0"/>
                      </a:rPr>
                      <m:t>(</m:t>
                    </m:r>
                    <m:r>
                      <m:rPr>
                        <m:sty m:val="p"/>
                      </m:rPr>
                      <a:rPr lang="vi-VN" sz="2000" i="1">
                        <a:latin typeface="Cambria Math" panose="02040503050406030204" pitchFamily="18" charset="0"/>
                      </a:rPr>
                      <m:t>E</m:t>
                    </m:r>
                  </m:oMath>
                </a14:m>
                <a:r>
                  <a:rPr lang="vi-VN" sz="2000" dirty="0"/>
                  <a:t>, R, T)</a:t>
                </a:r>
              </a:p>
              <a:p>
                <a:pPr lvl="1"/>
                <a:r>
                  <a:rPr lang="vi-VN" sz="2000" dirty="0"/>
                  <a:t>trong đó </a:t>
                </a:r>
                <a:endParaRPr lang="vi-VN" sz="2000" i="1" dirty="0"/>
              </a:p>
              <a:p>
                <a:pPr lvl="2"/>
                <a14:m>
                  <m:oMath xmlns:m="http://schemas.openxmlformats.org/officeDocument/2006/math">
                    <m:r>
                      <a:rPr lang="vi-VN" b="0" i="1"/>
                      <m:t>𝐸</m:t>
                    </m:r>
                    <m:r>
                      <a:rPr lang="vi-VN" b="0" i="1" smtClean="0">
                        <a:latin typeface="Cambria Math" panose="02040503050406030204" pitchFamily="18" charset="0"/>
                      </a:rPr>
                      <m:t> </m:t>
                    </m:r>
                  </m:oMath>
                </a14:m>
                <a:r>
                  <a:rPr lang="vi-VN" dirty="0"/>
                  <a:t>và </a:t>
                </a:r>
                <a14:m>
                  <m:oMath xmlns:m="http://schemas.openxmlformats.org/officeDocument/2006/math">
                    <m:r>
                      <a:rPr lang="vi-VN" b="0" i="1"/>
                      <m:t>𝑅</m:t>
                    </m:r>
                    <m:r>
                      <a:rPr lang="vi-VN" b="0" i="1" smtClean="0">
                        <a:latin typeface="Cambria Math" panose="02040503050406030204" pitchFamily="18" charset="0"/>
                      </a:rPr>
                      <m:t> </m:t>
                    </m:r>
                  </m:oMath>
                </a14:m>
                <a:r>
                  <a:rPr lang="vi-VN" dirty="0"/>
                  <a:t>lần lượt là các tập entities (thực thể) và relations (quan hệ). </a:t>
                </a:r>
              </a:p>
              <a:p>
                <a:pPr lvl="2"/>
                <a:r>
                  <a:rPr lang="vi-VN" dirty="0"/>
                  <a:t>Tập </a:t>
                </a:r>
                <a14:m>
                  <m:oMath xmlns:m="http://schemas.openxmlformats.org/officeDocument/2006/math">
                    <m:r>
                      <a:rPr lang="vi-VN" b="0" i="1"/>
                      <m:t>𝑇</m:t>
                    </m:r>
                    <m:r>
                      <a:rPr lang="vi-VN" b="0" i="1" smtClean="0">
                        <a:latin typeface="Cambria Math" panose="02040503050406030204" pitchFamily="18" charset="0"/>
                      </a:rPr>
                      <m:t>={(</m:t>
                    </m:r>
                    <m:r>
                      <m:rPr>
                        <m:sty m:val="p"/>
                      </m:rPr>
                      <a:rPr lang="vi-VN" i="1">
                        <a:latin typeface="Cambria Math" panose="02040503050406030204" pitchFamily="18" charset="0"/>
                      </a:rPr>
                      <m:t>h</m:t>
                    </m:r>
                  </m:oMath>
                </a14:m>
                <a:r>
                  <a:rPr lang="vi-VN" dirty="0"/>
                  <a:t>, r, t) | (h, t ∈ E, r ∈ R} biểu diễn tập các relational triples. </a:t>
                </a:r>
              </a:p>
              <a:p>
                <a:pPr lvl="2"/>
                <a:r>
                  <a:rPr lang="vi-VN" dirty="0"/>
                  <a:t>Ngoài ra, các entities thường đi kèm với thông tin văn bản phong phú (textual information).</a:t>
                </a:r>
              </a:p>
              <a:p>
                <a:r>
                  <a:rPr lang="vi-VN" sz="2000" dirty="0"/>
                  <a:t>Trong bài báo này tập trung vào KGC, cụ thể xử lý hai tác vụ:</a:t>
                </a:r>
              </a:p>
              <a:p>
                <a:pPr lvl="1"/>
                <a:r>
                  <a:rPr lang="vi-VN" sz="2000" dirty="0"/>
                  <a:t>triple classification: đánh giá tính đúng đắn của một triple cho trước (h, r, t)</a:t>
                </a:r>
              </a:p>
              <a:p>
                <a:pPr lvl="1"/>
                <a:r>
                  <a:rPr lang="vi-VN" sz="2000" dirty="0"/>
                  <a:t>link prediction: xác định tail entity </a:t>
                </a:r>
                <a14:m>
                  <m:oMath xmlns:m="http://schemas.openxmlformats.org/officeDocument/2006/math">
                    <m:r>
                      <a:rPr lang="vi-VN" sz="2000" b="0" i="1"/>
                      <m:t>𝑡</m:t>
                    </m:r>
                  </m:oMath>
                </a14:m>
                <a:r>
                  <a:rPr lang="vi-VN" sz="2000" dirty="0"/>
                  <a:t> hợp lý nhất cho một truy vấn (h, r, ?)</a:t>
                </a:r>
              </a:p>
            </p:txBody>
          </p:sp>
        </mc:Choice>
        <mc:Fallback>
          <p:sp>
            <p:nvSpPr>
              <p:cNvPr id="3" name="Content Placeholder 2">
                <a:extLst>
                  <a:ext uri="{FF2B5EF4-FFF2-40B4-BE49-F238E27FC236}">
                    <a16:creationId xmlns:a16="http://schemas.microsoft.com/office/drawing/2014/main" id="{130955E8-645F-59E0-B147-21B59DDC5B8B}"/>
                  </a:ext>
                </a:extLst>
              </p:cNvPr>
              <p:cNvSpPr>
                <a:spLocks noGrp="1" noRot="1" noChangeAspect="1" noMove="1" noResize="1" noEditPoints="1" noAdjustHandles="1" noChangeArrowheads="1" noChangeShapeType="1" noTextEdit="1"/>
              </p:cNvSpPr>
              <p:nvPr>
                <p:ph idx="1"/>
              </p:nvPr>
            </p:nvSpPr>
            <p:spPr>
              <a:blipFill>
                <a:blip r:embed="rId2"/>
                <a:stretch>
                  <a:fillRect l="-522" t="-1261"/>
                </a:stretch>
              </a:blipFill>
            </p:spPr>
            <p:txBody>
              <a:bodyPr/>
              <a:lstStyle/>
              <a:p>
                <a:r>
                  <a:rPr lang="vi-VN">
                    <a:noFill/>
                  </a:rPr>
                  <a:t> </a:t>
                </a:r>
              </a:p>
            </p:txBody>
          </p:sp>
        </mc:Fallback>
      </mc:AlternateContent>
    </p:spTree>
    <p:extLst>
      <p:ext uri="{BB962C8B-B14F-4D97-AF65-F5344CB8AC3E}">
        <p14:creationId xmlns:p14="http://schemas.microsoft.com/office/powerpoint/2010/main" val="2327455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7DF4A-9F36-CA77-4713-378B099B0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651B0A-A209-C9D5-8AD7-3AC9D35D4B20}"/>
              </a:ext>
            </a:extLst>
          </p:cNvPr>
          <p:cNvSpPr>
            <a:spLocks noGrp="1"/>
          </p:cNvSpPr>
          <p:nvPr>
            <p:ph type="title"/>
          </p:nvPr>
        </p:nvSpPr>
        <p:spPr/>
        <p:txBody>
          <a:bodyPr/>
          <a:lstStyle/>
          <a:p>
            <a:r>
              <a:rPr lang="vi-VN" dirty="0"/>
              <a:t>2. Method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7610EA1-21DF-636E-A5DD-66A206A54A38}"/>
                  </a:ext>
                </a:extLst>
              </p:cNvPr>
              <p:cNvSpPr>
                <a:spLocks noGrp="1"/>
              </p:cNvSpPr>
              <p:nvPr>
                <p:ph idx="1"/>
              </p:nvPr>
            </p:nvSpPr>
            <p:spPr/>
            <p:txBody>
              <a:bodyPr>
                <a:noAutofit/>
              </a:bodyPr>
              <a:lstStyle/>
              <a:p>
                <a:r>
                  <a:rPr lang="vi-VN" sz="2000" dirty="0"/>
                  <a:t>LLMs đã nổi lên như một paradigm (khuôn mẫu) mới mạnh mẽ cho nhiều tác vụ nhờ prompting engineering (kỹ thuật thiết kế prompt).</a:t>
                </a:r>
              </a:p>
              <a:p>
                <a:r>
                  <a:rPr lang="vi-VN" sz="2000" dirty="0"/>
                  <a:t>Gọi M là một generative LLM, mô hình này nhận một chuỗi: </a:t>
                </a:r>
                <a14:m>
                  <m:oMath xmlns:m="http://schemas.openxmlformats.org/officeDocument/2006/math">
                    <m:r>
                      <a:rPr lang="vi-VN" sz="2000" b="0" i="1" smtClean="0">
                        <a:latin typeface="Cambria Math" panose="02040503050406030204" pitchFamily="18" charset="0"/>
                      </a:rPr>
                      <m:t>𝑋</m:t>
                    </m:r>
                    <m:r>
                      <a:rPr lang="vi-VN" sz="2000" b="0" smtClean="0">
                        <a:latin typeface="Cambria Math" panose="02040503050406030204" pitchFamily="18" charset="0"/>
                      </a:rPr>
                      <m:t>=</m:t>
                    </m:r>
                    <m:r>
                      <a:rPr lang="vi-VN" sz="2000" b="0" i="0" smtClean="0">
                        <a:latin typeface="Cambria Math" panose="02040503050406030204" pitchFamily="18" charset="0"/>
                      </a:rPr>
                      <m:t>[</m:t>
                    </m:r>
                    <m:sSub>
                      <m:sSubPr>
                        <m:ctrlPr>
                          <a:rPr lang="ar-AE" sz="2000" i="1" smtClean="0">
                            <a:latin typeface="Cambria Math" panose="02040503050406030204" pitchFamily="18" charset="0"/>
                          </a:rPr>
                        </m:ctrlPr>
                      </m:sSubPr>
                      <m:e>
                        <m:r>
                          <a:rPr lang="ar-AE" sz="2000" b="0" i="1" smtClean="0">
                            <a:latin typeface="Cambria Math" panose="02040503050406030204" pitchFamily="18" charset="0"/>
                          </a:rPr>
                          <m:t>𝑥</m:t>
                        </m:r>
                      </m:e>
                      <m:sub>
                        <m:r>
                          <a:rPr lang="ar-AE" sz="2000" b="0" smtClean="0">
                            <a:latin typeface="Cambria Math" panose="02040503050406030204" pitchFamily="18" charset="0"/>
                          </a:rPr>
                          <m:t>1</m:t>
                        </m:r>
                      </m:sub>
                    </m:sSub>
                    <m:r>
                      <a:rPr lang="vi-VN" sz="2000" b="0" i="1" smtClean="0">
                        <a:latin typeface="Cambria Math" panose="02040503050406030204" pitchFamily="18" charset="0"/>
                      </a:rPr>
                      <m:t>,</m:t>
                    </m:r>
                    <m:sSub>
                      <m:sSubPr>
                        <m:ctrlPr>
                          <a:rPr lang="ar-AE" sz="2000" i="1" smtClean="0">
                            <a:latin typeface="Cambria Math" panose="02040503050406030204" pitchFamily="18" charset="0"/>
                          </a:rPr>
                        </m:ctrlPr>
                      </m:sSubPr>
                      <m:e>
                        <m:r>
                          <a:rPr lang="ar-AE" sz="2000" b="0" i="1" smtClean="0">
                            <a:latin typeface="Cambria Math" panose="02040503050406030204" pitchFamily="18" charset="0"/>
                          </a:rPr>
                          <m:t>𝑥</m:t>
                        </m:r>
                      </m:e>
                      <m:sub>
                        <m:r>
                          <a:rPr lang="vi-VN" sz="2000" i="1">
                            <a:latin typeface="Cambria Math" panose="02040503050406030204" pitchFamily="18" charset="0"/>
                          </a:rPr>
                          <m:t>2</m:t>
                        </m:r>
                      </m:sub>
                    </m:sSub>
                    <m:r>
                      <a:rPr lang="vi-VN" sz="2000" b="0" i="1" smtClean="0">
                        <a:latin typeface="Cambria Math" panose="02040503050406030204" pitchFamily="18" charset="0"/>
                      </a:rPr>
                      <m:t>, …,</m:t>
                    </m:r>
                    <m:sSub>
                      <m:sSubPr>
                        <m:ctrlPr>
                          <a:rPr lang="ar-AE" sz="2000" i="1" smtClean="0">
                            <a:latin typeface="Cambria Math" panose="02040503050406030204" pitchFamily="18" charset="0"/>
                          </a:rPr>
                        </m:ctrlPr>
                      </m:sSubPr>
                      <m:e>
                        <m:r>
                          <a:rPr lang="ar-AE" sz="2000" b="0" i="1" smtClean="0">
                            <a:latin typeface="Cambria Math" panose="02040503050406030204" pitchFamily="18" charset="0"/>
                          </a:rPr>
                          <m:t>𝑥</m:t>
                        </m:r>
                      </m:e>
                      <m:sub>
                        <m:r>
                          <m:rPr>
                            <m:sty m:val="p"/>
                          </m:rPr>
                          <a:rPr lang="vi-VN" sz="2000" i="1">
                            <a:latin typeface="Cambria Math" panose="02040503050406030204" pitchFamily="18" charset="0"/>
                          </a:rPr>
                          <m:t>n</m:t>
                        </m:r>
                      </m:sub>
                    </m:sSub>
                  </m:oMath>
                </a14:m>
                <a:r>
                  <a:rPr lang="vi-VN" sz="2000" dirty="0"/>
                  <a:t>]</a:t>
                </a:r>
                <a:endParaRPr lang="ar-AE" sz="2000" dirty="0"/>
              </a:p>
              <a:p>
                <a:r>
                  <a:rPr lang="vi-VN" sz="2000" dirty="0"/>
                  <a:t>làm input prompt và sinh ra chuỗi phản hồi: </a:t>
                </a:r>
                <a14:m>
                  <m:oMath xmlns:m="http://schemas.openxmlformats.org/officeDocument/2006/math">
                    <m:r>
                      <a:rPr lang="vi-VN" sz="2000" b="0" i="1" smtClean="0">
                        <a:latin typeface="Cambria Math" panose="02040503050406030204" pitchFamily="18" charset="0"/>
                      </a:rPr>
                      <m:t>𝑌</m:t>
                    </m:r>
                    <m:r>
                      <a:rPr lang="vi-VN" sz="2000" b="0" smtClean="0">
                        <a:latin typeface="Cambria Math" panose="02040503050406030204" pitchFamily="18" charset="0"/>
                      </a:rPr>
                      <m:t>=</m:t>
                    </m:r>
                    <m:r>
                      <a:rPr lang="vi-VN" sz="2000" b="0" i="0" smtClean="0">
                        <a:latin typeface="Cambria Math" panose="02040503050406030204" pitchFamily="18" charset="0"/>
                      </a:rPr>
                      <m:t>[</m:t>
                    </m:r>
                    <m:sSub>
                      <m:sSubPr>
                        <m:ctrlPr>
                          <a:rPr lang="ar-AE" sz="2000" i="1" smtClean="0">
                            <a:latin typeface="Cambria Math" panose="02040503050406030204" pitchFamily="18" charset="0"/>
                          </a:rPr>
                        </m:ctrlPr>
                      </m:sSubPr>
                      <m:e>
                        <m:r>
                          <a:rPr lang="ar-AE" sz="2000" b="0" i="1" smtClean="0">
                            <a:latin typeface="Cambria Math" panose="02040503050406030204" pitchFamily="18" charset="0"/>
                          </a:rPr>
                          <m:t>𝑦</m:t>
                        </m:r>
                      </m:e>
                      <m:sub>
                        <m:r>
                          <a:rPr lang="ar-AE" sz="2000" b="0" smtClean="0">
                            <a:latin typeface="Cambria Math" panose="02040503050406030204" pitchFamily="18" charset="0"/>
                          </a:rPr>
                          <m:t>1</m:t>
                        </m:r>
                      </m:sub>
                    </m:sSub>
                    <m:r>
                      <a:rPr lang="vi-VN" sz="2000" b="0" i="1" smtClean="0">
                        <a:latin typeface="Cambria Math" panose="02040503050406030204" pitchFamily="18" charset="0"/>
                      </a:rPr>
                      <m:t>,</m:t>
                    </m:r>
                    <m:sSub>
                      <m:sSubPr>
                        <m:ctrlPr>
                          <a:rPr lang="ar-AE" sz="2000" i="1" smtClean="0">
                            <a:latin typeface="Cambria Math" panose="02040503050406030204" pitchFamily="18" charset="0"/>
                          </a:rPr>
                        </m:ctrlPr>
                      </m:sSubPr>
                      <m:e>
                        <m:r>
                          <a:rPr lang="ar-AE" sz="2000" b="0" i="1" smtClean="0">
                            <a:latin typeface="Cambria Math" panose="02040503050406030204" pitchFamily="18" charset="0"/>
                          </a:rPr>
                          <m:t>𝑦</m:t>
                        </m:r>
                      </m:e>
                      <m:sub>
                        <m:r>
                          <a:rPr lang="vi-VN" sz="2000" i="1">
                            <a:latin typeface="Cambria Math" panose="02040503050406030204" pitchFamily="18" charset="0"/>
                          </a:rPr>
                          <m:t>2</m:t>
                        </m:r>
                      </m:sub>
                    </m:sSub>
                    <m:r>
                      <a:rPr lang="vi-VN" sz="2000" b="0" i="1" smtClean="0">
                        <a:latin typeface="Cambria Math" panose="02040503050406030204" pitchFamily="18" charset="0"/>
                      </a:rPr>
                      <m:t>, …,</m:t>
                    </m:r>
                    <m:sSub>
                      <m:sSubPr>
                        <m:ctrlPr>
                          <a:rPr lang="ar-AE" sz="2000" i="1" smtClean="0">
                            <a:latin typeface="Cambria Math" panose="02040503050406030204" pitchFamily="18" charset="0"/>
                          </a:rPr>
                        </m:ctrlPr>
                      </m:sSubPr>
                      <m:e>
                        <m:r>
                          <a:rPr lang="ar-AE" sz="2000" b="0" i="1" smtClean="0">
                            <a:latin typeface="Cambria Math" panose="02040503050406030204" pitchFamily="18" charset="0"/>
                          </a:rPr>
                          <m:t>𝑦</m:t>
                        </m:r>
                      </m:e>
                      <m:sub>
                        <m:r>
                          <m:rPr>
                            <m:sty m:val="p"/>
                          </m:rPr>
                          <a:rPr lang="vi-VN" sz="2000" i="1">
                            <a:latin typeface="Cambria Math" panose="02040503050406030204" pitchFamily="18" charset="0"/>
                          </a:rPr>
                          <m:t>n</m:t>
                        </m:r>
                      </m:sub>
                    </m:sSub>
                  </m:oMath>
                </a14:m>
                <a:r>
                  <a:rPr lang="vi-VN" sz="2000" dirty="0"/>
                  <a:t>]</a:t>
                </a:r>
                <a:endParaRPr lang="ar-AE" sz="2000" dirty="0"/>
              </a:p>
              <a:p>
                <a:r>
                  <a:rPr lang="vi-VN" sz="2000" dirty="0"/>
                  <a:t>Tóm tắt lại, quá trình này được biểu diễn dưới dạng: </a:t>
                </a:r>
                <a14:m>
                  <m:oMath xmlns:m="http://schemas.openxmlformats.org/officeDocument/2006/math">
                    <m:r>
                      <a:rPr lang="vi-VN" sz="2000" b="0" i="1" smtClean="0">
                        <a:latin typeface="Cambria Math" panose="02040503050406030204" pitchFamily="18" charset="0"/>
                      </a:rPr>
                      <m:t>𝑌</m:t>
                    </m:r>
                    <m:r>
                      <a:rPr lang="vi-VN" sz="2000" b="0" smtClean="0">
                        <a:latin typeface="Cambria Math" panose="02040503050406030204" pitchFamily="18" charset="0"/>
                      </a:rPr>
                      <m:t>=</m:t>
                    </m:r>
                    <m:r>
                      <a:rPr lang="vi-VN" sz="2000" b="0" i="1" smtClean="0">
                        <a:latin typeface="Cambria Math" panose="02040503050406030204" pitchFamily="18" charset="0"/>
                      </a:rPr>
                      <m:t>𝑀</m:t>
                    </m:r>
                    <m:d>
                      <m:dPr>
                        <m:ctrlPr>
                          <a:rPr lang="ar-AE" sz="2000" i="1"/>
                        </m:ctrlPr>
                      </m:dPr>
                      <m:e>
                        <m:r>
                          <a:rPr lang="ar-AE" sz="2000" b="0" i="1" smtClean="0">
                            <a:latin typeface="Cambria Math" panose="02040503050406030204" pitchFamily="18" charset="0"/>
                          </a:rPr>
                          <m:t>𝑋</m:t>
                        </m:r>
                      </m:e>
                    </m:d>
                    <m:r>
                      <a:rPr lang="ar-AE" sz="2000" b="0" smtClean="0">
                        <a:latin typeface="Cambria Math" panose="02040503050406030204" pitchFamily="18" charset="0"/>
                      </a:rPr>
                      <m:t>,</m:t>
                    </m:r>
                  </m:oMath>
                </a14:m>
                <a:endParaRPr lang="ar-AE" sz="2000" dirty="0"/>
              </a:p>
              <a:p>
                <a:pPr lvl="1"/>
                <a:r>
                  <a:rPr lang="vi-VN" sz="2000" dirty="0"/>
                  <a:t>trong đó </a:t>
                </a:r>
                <a14:m>
                  <m:oMath xmlns:m="http://schemas.openxmlformats.org/officeDocument/2006/math">
                    <m:r>
                      <a:rPr lang="vi-VN" sz="2000" b="0" i="1" smtClean="0">
                        <a:latin typeface="Cambria Math" panose="02040503050406030204" pitchFamily="18" charset="0"/>
                      </a:rPr>
                      <m:t>𝑋</m:t>
                    </m:r>
                    <m:r>
                      <a:rPr lang="vi-VN" sz="2000" b="0" smtClean="0">
                        <a:latin typeface="Cambria Math" panose="02040503050406030204" pitchFamily="18" charset="0"/>
                      </a:rPr>
                      <m:t>=</m:t>
                    </m:r>
                    <m:r>
                      <a:rPr lang="vi-VN" sz="2000" b="0" i="0" smtClean="0">
                        <a:latin typeface="Cambria Math" panose="02040503050406030204" pitchFamily="18" charset="0"/>
                      </a:rPr>
                      <m:t>[ </m:t>
                    </m:r>
                    <m:r>
                      <m:rPr>
                        <m:sty m:val="p"/>
                      </m:rPr>
                      <a:rPr lang="vi-VN" sz="2000" i="1">
                        <a:latin typeface="Cambria Math" panose="02040503050406030204" pitchFamily="18" charset="0"/>
                      </a:rPr>
                      <m:t>I</m:t>
                    </m:r>
                  </m:oMath>
                </a14:m>
                <a:r>
                  <a:rPr lang="vi-VN" sz="2000" dirty="0"/>
                  <a:t>; Q] bao gồm:</a:t>
                </a:r>
              </a:p>
              <a:p>
                <a:pPr lvl="2"/>
                <a:r>
                  <a:rPr lang="vi-VN" dirty="0"/>
                  <a:t>một task-specific instruction (hướng dẫn đặc thù cho tác vụ) — ký hiệu là </a:t>
                </a:r>
                <a14:m>
                  <m:oMath xmlns:m="http://schemas.openxmlformats.org/officeDocument/2006/math">
                    <m:r>
                      <a:rPr lang="vi-VN" b="0" i="1" smtClean="0">
                        <a:latin typeface="Cambria Math" panose="02040503050406030204" pitchFamily="18" charset="0"/>
                      </a:rPr>
                      <m:t>𝐼</m:t>
                    </m:r>
                  </m:oMath>
                </a14:m>
                <a:endParaRPr lang="vi-VN" b="0" dirty="0"/>
              </a:p>
              <a:p>
                <a:pPr lvl="2"/>
                <a:r>
                  <a:rPr lang="vi-VN" dirty="0"/>
                  <a:t>một input query (truy vấn đầu vào) — ký hiệu là </a:t>
                </a:r>
                <a14:m>
                  <m:oMath xmlns:m="http://schemas.openxmlformats.org/officeDocument/2006/math">
                    <m:r>
                      <a:rPr lang="vi-VN" b="0" i="1" smtClean="0">
                        <a:latin typeface="Cambria Math" panose="02040503050406030204" pitchFamily="18" charset="0"/>
                      </a:rPr>
                      <m:t>𝑄</m:t>
                    </m:r>
                  </m:oMath>
                </a14:m>
                <a:r>
                  <a:rPr lang="vi-VN" dirty="0"/>
                  <a:t>.</a:t>
                </a:r>
              </a:p>
              <a:p>
                <a:r>
                  <a:rPr lang="vi-VN" sz="2000" dirty="0"/>
                  <a:t>Mục tiêu của bài báo này là phát triển một structure-aware LLM (LLM nhận thức cấu trúc), có khả năng vượt trội trong nhiều tác vụ KGC bằng cách tích hợp hiệu quả structural information (thông tin cấu trúc).</a:t>
                </a:r>
              </a:p>
              <a:p>
                <a:endParaRPr lang="vi-VN" sz="2000" dirty="0"/>
              </a:p>
            </p:txBody>
          </p:sp>
        </mc:Choice>
        <mc:Fallback>
          <p:sp>
            <p:nvSpPr>
              <p:cNvPr id="3" name="Content Placeholder 2">
                <a:extLst>
                  <a:ext uri="{FF2B5EF4-FFF2-40B4-BE49-F238E27FC236}">
                    <a16:creationId xmlns:a16="http://schemas.microsoft.com/office/drawing/2014/main" id="{47610EA1-21DF-636E-A5DD-66A206A54A38}"/>
                  </a:ext>
                </a:extLst>
              </p:cNvPr>
              <p:cNvSpPr>
                <a:spLocks noGrp="1" noRot="1" noChangeAspect="1" noMove="1" noResize="1" noEditPoints="1" noAdjustHandles="1" noChangeArrowheads="1" noChangeShapeType="1" noTextEdit="1"/>
              </p:cNvSpPr>
              <p:nvPr>
                <p:ph idx="1"/>
              </p:nvPr>
            </p:nvSpPr>
            <p:spPr>
              <a:blipFill>
                <a:blip r:embed="rId2"/>
                <a:stretch>
                  <a:fillRect l="-522" t="-1261" r="-1159"/>
                </a:stretch>
              </a:blipFill>
            </p:spPr>
            <p:txBody>
              <a:bodyPr/>
              <a:lstStyle/>
              <a:p>
                <a:r>
                  <a:rPr lang="vi-VN">
                    <a:noFill/>
                  </a:rPr>
                  <a:t> </a:t>
                </a:r>
              </a:p>
            </p:txBody>
          </p:sp>
        </mc:Fallback>
      </mc:AlternateContent>
    </p:spTree>
    <p:extLst>
      <p:ext uri="{BB962C8B-B14F-4D97-AF65-F5344CB8AC3E}">
        <p14:creationId xmlns:p14="http://schemas.microsoft.com/office/powerpoint/2010/main" val="2667668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3B1D3-8A0A-4EC5-033C-3198369A6F75}"/>
              </a:ext>
            </a:extLst>
          </p:cNvPr>
          <p:cNvSpPr>
            <a:spLocks noGrp="1"/>
          </p:cNvSpPr>
          <p:nvPr>
            <p:ph type="title"/>
          </p:nvPr>
        </p:nvSpPr>
        <p:spPr/>
        <p:txBody>
          <a:bodyPr/>
          <a:lstStyle/>
          <a:p>
            <a:r>
              <a:rPr lang="vi-VN" dirty="0"/>
              <a:t>2. Method</a:t>
            </a:r>
          </a:p>
        </p:txBody>
      </p:sp>
      <p:sp>
        <p:nvSpPr>
          <p:cNvPr id="3" name="Content Placeholder 2">
            <a:extLst>
              <a:ext uri="{FF2B5EF4-FFF2-40B4-BE49-F238E27FC236}">
                <a16:creationId xmlns:a16="http://schemas.microsoft.com/office/drawing/2014/main" id="{D288B380-C4D1-51FE-29D8-6835C5347BD9}"/>
              </a:ext>
            </a:extLst>
          </p:cNvPr>
          <p:cNvSpPr>
            <a:spLocks noGrp="1"/>
          </p:cNvSpPr>
          <p:nvPr>
            <p:ph idx="1"/>
          </p:nvPr>
        </p:nvSpPr>
        <p:spPr/>
        <p:txBody>
          <a:bodyPr/>
          <a:lstStyle/>
          <a:p>
            <a:endParaRPr lang="vi-VN"/>
          </a:p>
        </p:txBody>
      </p:sp>
      <p:pic>
        <p:nvPicPr>
          <p:cNvPr id="5" name="Picture 4">
            <a:extLst>
              <a:ext uri="{FF2B5EF4-FFF2-40B4-BE49-F238E27FC236}">
                <a16:creationId xmlns:a16="http://schemas.microsoft.com/office/drawing/2014/main" id="{C52F6DA3-6B9E-91F3-052C-B63C8CD2F06A}"/>
              </a:ext>
            </a:extLst>
          </p:cNvPr>
          <p:cNvPicPr>
            <a:picLocks noChangeAspect="1"/>
          </p:cNvPicPr>
          <p:nvPr/>
        </p:nvPicPr>
        <p:blipFill>
          <a:blip r:embed="rId2"/>
          <a:stretch>
            <a:fillRect/>
          </a:stretch>
        </p:blipFill>
        <p:spPr>
          <a:xfrm>
            <a:off x="640080" y="1567049"/>
            <a:ext cx="11186160" cy="5290951"/>
          </a:xfrm>
          <a:prstGeom prst="rect">
            <a:avLst/>
          </a:prstGeom>
        </p:spPr>
      </p:pic>
    </p:spTree>
    <p:extLst>
      <p:ext uri="{BB962C8B-B14F-4D97-AF65-F5344CB8AC3E}">
        <p14:creationId xmlns:p14="http://schemas.microsoft.com/office/powerpoint/2010/main" val="2121890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78E95-6F7F-EA17-1C04-F149B7A2C9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EA72B4-845E-D023-0CBB-F3D6A49319E7}"/>
              </a:ext>
            </a:extLst>
          </p:cNvPr>
          <p:cNvSpPr>
            <a:spLocks noGrp="1"/>
          </p:cNvSpPr>
          <p:nvPr>
            <p:ph type="title"/>
          </p:nvPr>
        </p:nvSpPr>
        <p:spPr/>
        <p:txBody>
          <a:bodyPr/>
          <a:lstStyle/>
          <a:p>
            <a:r>
              <a:rPr lang="vi-VN" dirty="0"/>
              <a:t>2. Method</a:t>
            </a:r>
          </a:p>
        </p:txBody>
      </p:sp>
      <p:sp>
        <p:nvSpPr>
          <p:cNvPr id="3" name="Content Placeholder 2">
            <a:extLst>
              <a:ext uri="{FF2B5EF4-FFF2-40B4-BE49-F238E27FC236}">
                <a16:creationId xmlns:a16="http://schemas.microsoft.com/office/drawing/2014/main" id="{4F8075E3-7547-6710-E554-9BFFEECC05B7}"/>
              </a:ext>
            </a:extLst>
          </p:cNvPr>
          <p:cNvSpPr>
            <a:spLocks noGrp="1"/>
          </p:cNvSpPr>
          <p:nvPr>
            <p:ph idx="1"/>
          </p:nvPr>
        </p:nvSpPr>
        <p:spPr/>
        <p:txBody>
          <a:bodyPr>
            <a:noAutofit/>
          </a:bodyPr>
          <a:lstStyle/>
          <a:p>
            <a:pPr marL="0" indent="0">
              <a:buNone/>
            </a:pPr>
            <a:r>
              <a:rPr lang="vi-VN" sz="2000" b="1" dirty="0"/>
              <a:t>Hierarchical Knowledge Alignment</a:t>
            </a:r>
          </a:p>
          <a:p>
            <a:r>
              <a:rPr lang="vi-VN" sz="2000" dirty="0"/>
              <a:t>Để tăng cường khả năng LLMs hiểu được graph encoding (mã hóa đồ thị), người ta xem xét hai mức: </a:t>
            </a:r>
            <a:r>
              <a:rPr lang="vi-VN" sz="2000" i="1" dirty="0"/>
              <a:t>local</a:t>
            </a:r>
            <a:r>
              <a:rPr lang="vi-VN" sz="2000" dirty="0"/>
              <a:t> (cục bộ) và </a:t>
            </a:r>
            <a:r>
              <a:rPr lang="vi-VN" sz="2000" i="1" dirty="0"/>
              <a:t>global</a:t>
            </a:r>
            <a:r>
              <a:rPr lang="vi-VN" sz="2000" dirty="0"/>
              <a:t> (toàn cục).</a:t>
            </a:r>
          </a:p>
          <a:p>
            <a:pPr marL="457200" lvl="1" indent="0">
              <a:buNone/>
            </a:pPr>
            <a:endParaRPr lang="vi-VN" sz="2000" dirty="0"/>
          </a:p>
          <a:p>
            <a:endParaRPr lang="vi-VN" sz="2000" dirty="0"/>
          </a:p>
        </p:txBody>
      </p:sp>
    </p:spTree>
    <p:extLst>
      <p:ext uri="{BB962C8B-B14F-4D97-AF65-F5344CB8AC3E}">
        <p14:creationId xmlns:p14="http://schemas.microsoft.com/office/powerpoint/2010/main" val="1945641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29488-BCA1-BF3A-70EF-3BBA8084F6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C1D277-80D0-9318-D1A3-4F2ADBFAF0E1}"/>
              </a:ext>
            </a:extLst>
          </p:cNvPr>
          <p:cNvSpPr>
            <a:spLocks noGrp="1"/>
          </p:cNvSpPr>
          <p:nvPr>
            <p:ph type="title"/>
          </p:nvPr>
        </p:nvSpPr>
        <p:spPr/>
        <p:txBody>
          <a:bodyPr/>
          <a:lstStyle/>
          <a:p>
            <a:r>
              <a:rPr lang="vi-VN" dirty="0"/>
              <a:t>2. Method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0562DBD-6287-785E-C1A8-EFE9BD911F91}"/>
                  </a:ext>
                </a:extLst>
              </p:cNvPr>
              <p:cNvSpPr>
                <a:spLocks noGrp="1"/>
              </p:cNvSpPr>
              <p:nvPr>
                <p:ph idx="1"/>
              </p:nvPr>
            </p:nvSpPr>
            <p:spPr/>
            <p:txBody>
              <a:bodyPr>
                <a:noAutofit/>
              </a:bodyPr>
              <a:lstStyle/>
              <a:p>
                <a:pPr marL="0" indent="0">
                  <a:buNone/>
                </a:pPr>
                <a:r>
                  <a:rPr lang="vi-VN" sz="2000" b="1" dirty="0"/>
                  <a:t>Hierarchical Knowledge Alignment: </a:t>
                </a:r>
                <a:r>
                  <a:rPr lang="vi-VN" sz="2000" dirty="0"/>
                  <a:t>Local Knowledge Alignment</a:t>
                </a:r>
              </a:p>
              <a:p>
                <a:r>
                  <a:rPr lang="vi-VN" sz="2000" dirty="0"/>
                  <a:t>Để đảm bảo LLMs hiểu tốt semantics (ngữ nghĩa) của từng node representation (biểu diễn nút), họ căn chỉnh mỗi entity (thực thể) với mô tả văn bản tương ứng của nó.</a:t>
                </a:r>
              </a:p>
              <a:p>
                <a:r>
                  <a:rPr lang="vi-VN" sz="2000" dirty="0"/>
                  <a:t>Node-Description Pairs Construction (Tạo cặp Nút–Mô tả): </a:t>
                </a:r>
              </a:p>
              <a:p>
                <a:pPr lvl="1"/>
                <a:r>
                  <a:rPr lang="vi-VN" sz="2000" dirty="0"/>
                  <a:t>Với mỗi entity </a:t>
                </a:r>
                <a14:m>
                  <m:oMath xmlns:m="http://schemas.openxmlformats.org/officeDocument/2006/math">
                    <m:r>
                      <a:rPr lang="vi-VN" sz="2000" b="0" i="1" smtClean="0">
                        <a:latin typeface="Cambria Math" panose="02040503050406030204" pitchFamily="18" charset="0"/>
                      </a:rPr>
                      <m:t>𝑒</m:t>
                    </m:r>
                  </m:oMath>
                </a14:m>
                <a:r>
                  <a:rPr lang="vi-VN" sz="2000" dirty="0"/>
                  <a:t> trong KG </a:t>
                </a:r>
                <a14:m>
                  <m:oMath xmlns:m="http://schemas.openxmlformats.org/officeDocument/2006/math">
                    <m:r>
                      <a:rPr lang="vi-VN" sz="2000" b="0" i="1" smtClean="0">
                        <a:latin typeface="Cambria Math" panose="02040503050406030204" pitchFamily="18" charset="0"/>
                      </a:rPr>
                      <m:t>𝐺</m:t>
                    </m:r>
                  </m:oMath>
                </a14:m>
                <a:r>
                  <a:rPr lang="vi-VN" sz="2000" dirty="0"/>
                  <a:t>, lấy textual description (mô tả văn bản) </a:t>
                </a:r>
                <a14:m>
                  <m:oMath xmlns:m="http://schemas.openxmlformats.org/officeDocument/2006/math">
                    <m:sSub>
                      <m:sSubPr>
                        <m:ctrlPr>
                          <a:rPr lang="ar-AE" sz="2000" i="1">
                            <a:latin typeface="Cambria Math" panose="02040503050406030204" pitchFamily="18" charset="0"/>
                          </a:rPr>
                        </m:ctrlPr>
                      </m:sSubPr>
                      <m:e>
                        <m:r>
                          <a:rPr lang="ar-AE" sz="2000" b="0" i="1" smtClean="0">
                            <a:latin typeface="Cambria Math" panose="02040503050406030204" pitchFamily="18" charset="0"/>
                          </a:rPr>
                          <m:t>𝐷</m:t>
                        </m:r>
                      </m:e>
                      <m:sub>
                        <m:r>
                          <a:rPr lang="ar-AE" sz="2000" b="0" i="1" smtClean="0">
                            <a:latin typeface="Cambria Math" panose="02040503050406030204" pitchFamily="18" charset="0"/>
                          </a:rPr>
                          <m:t>𝑒</m:t>
                        </m:r>
                      </m:sub>
                    </m:sSub>
                  </m:oMath>
                </a14:m>
                <a:r>
                  <a:rPr lang="vi-VN" sz="2000" dirty="0"/>
                  <a:t> bằng cách trích đoạn đầu tiên từ trang Wikipedia được liên kết.</a:t>
                </a:r>
              </a:p>
              <a:p>
                <a:pPr lvl="1"/>
                <a:r>
                  <a:rPr lang="vi-VN" sz="2000" dirty="0"/>
                  <a:t>Nếu entity không có trang liên kết, dùng tên entity làm mô tả thay thế.</a:t>
                </a:r>
              </a:p>
              <a:p>
                <a:pPr>
                  <a:buFont typeface="Symbol" panose="05050102010706020507" pitchFamily="18" charset="2"/>
                  <a:buChar char="Þ"/>
                </a:pPr>
                <a:r>
                  <a:rPr lang="vi-VN" sz="2000" dirty="0"/>
                  <a:t>xây dựng tập cặp</a:t>
                </a:r>
                <a14:m>
                  <m:oMath xmlns:m="http://schemas.openxmlformats.org/officeDocument/2006/math">
                    <m:r>
                      <a:rPr lang="vi-VN" sz="2000" b="0" i="0" smtClean="0">
                        <a:latin typeface="Cambria Math" panose="02040503050406030204" pitchFamily="18" charset="0"/>
                      </a:rPr>
                      <m:t> </m:t>
                    </m:r>
                    <m:d>
                      <m:dPr>
                        <m:ctrlPr>
                          <a:rPr lang="vi-VN" sz="2000" b="0" i="1" smtClean="0">
                            <a:latin typeface="Cambria Math" panose="02040503050406030204" pitchFamily="18" charset="0"/>
                          </a:rPr>
                        </m:ctrlPr>
                      </m:dPr>
                      <m:e>
                        <m:sSub>
                          <m:sSubPr>
                            <m:ctrlPr>
                              <a:rPr lang="ar-AE" sz="2000" i="1" smtClean="0">
                                <a:latin typeface="Cambria Math" panose="02040503050406030204" pitchFamily="18" charset="0"/>
                              </a:rPr>
                            </m:ctrlPr>
                          </m:sSubPr>
                          <m:e>
                            <m:r>
                              <a:rPr lang="ar-AE" sz="2000" i="1" smtClean="0">
                                <a:latin typeface="Cambria Math" panose="02040503050406030204" pitchFamily="18" charset="0"/>
                              </a:rPr>
                              <m:t>𝑒</m:t>
                            </m:r>
                            <m:r>
                              <a:rPr lang="vi-VN" sz="2000" b="0" i="1" smtClean="0">
                                <a:latin typeface="Cambria Math" panose="02040503050406030204" pitchFamily="18" charset="0"/>
                              </a:rPr>
                              <m:t>, </m:t>
                            </m:r>
                            <m:r>
                              <a:rPr lang="ar-AE" sz="2000" i="1">
                                <a:latin typeface="Cambria Math" panose="02040503050406030204" pitchFamily="18" charset="0"/>
                              </a:rPr>
                              <m:t>𝐷</m:t>
                            </m:r>
                          </m:e>
                          <m:sub>
                            <m:r>
                              <a:rPr lang="ar-AE" sz="2000" i="1">
                                <a:latin typeface="Cambria Math" panose="02040503050406030204" pitchFamily="18" charset="0"/>
                              </a:rPr>
                              <m:t>𝑒</m:t>
                            </m:r>
                          </m:sub>
                        </m:sSub>
                      </m:e>
                    </m:d>
                    <m:r>
                      <a:rPr lang="vi-VN" sz="2000" b="0" i="0" smtClean="0">
                        <a:latin typeface="Cambria Math" panose="02040503050406030204" pitchFamily="18" charset="0"/>
                      </a:rPr>
                      <m:t>:</m:t>
                    </m:r>
                  </m:oMath>
                </a14:m>
                <a:endParaRPr lang="vi-VN" sz="2000" dirty="0"/>
              </a:p>
              <a:p>
                <a:pPr marL="0" indent="0">
                  <a:buNone/>
                </a:pPr>
                <a:endParaRPr lang="ar-AE" sz="2000" dirty="0"/>
              </a:p>
              <a:p>
                <a:r>
                  <a:rPr lang="vi-VN" sz="2000" dirty="0"/>
                  <a:t>trong đó </a:t>
                </a:r>
                <a14:m>
                  <m:oMath xmlns:m="http://schemas.openxmlformats.org/officeDocument/2006/math">
                    <m:r>
                      <a:rPr lang="vi-VN" sz="2000" i="1">
                        <a:latin typeface="Cambria Math" panose="02040503050406030204" pitchFamily="18" charset="0"/>
                      </a:rPr>
                      <m:t>𝐷</m:t>
                    </m:r>
                    <m:r>
                      <a:rPr lang="vi-VN" sz="2000" b="0" i="1" smtClean="0">
                        <a:latin typeface="Cambria Math" panose="02040503050406030204" pitchFamily="18" charset="0"/>
                      </a:rPr>
                      <m:t> </m:t>
                    </m:r>
                  </m:oMath>
                </a14:m>
                <a:r>
                  <a:rPr lang="vi-VN" sz="2000" dirty="0"/>
                  <a:t>là tập mô tả văn bản.</a:t>
                </a:r>
              </a:p>
              <a:p>
                <a:pPr marL="457200" lvl="1" indent="0">
                  <a:buNone/>
                </a:pPr>
                <a:endParaRPr lang="vi-VN" sz="2000" dirty="0"/>
              </a:p>
              <a:p>
                <a:endParaRPr lang="vi-VN" sz="2000" dirty="0"/>
              </a:p>
            </p:txBody>
          </p:sp>
        </mc:Choice>
        <mc:Fallback>
          <p:sp>
            <p:nvSpPr>
              <p:cNvPr id="3" name="Content Placeholder 2">
                <a:extLst>
                  <a:ext uri="{FF2B5EF4-FFF2-40B4-BE49-F238E27FC236}">
                    <a16:creationId xmlns:a16="http://schemas.microsoft.com/office/drawing/2014/main" id="{E0562DBD-6287-785E-C1A8-EFE9BD911F91}"/>
                  </a:ext>
                </a:extLst>
              </p:cNvPr>
              <p:cNvSpPr>
                <a:spLocks noGrp="1" noRot="1" noChangeAspect="1" noMove="1" noResize="1" noEditPoints="1" noAdjustHandles="1" noChangeArrowheads="1" noChangeShapeType="1" noTextEdit="1"/>
              </p:cNvSpPr>
              <p:nvPr>
                <p:ph idx="1"/>
              </p:nvPr>
            </p:nvSpPr>
            <p:spPr>
              <a:blipFill>
                <a:blip r:embed="rId2"/>
                <a:stretch>
                  <a:fillRect l="-638" t="-1261"/>
                </a:stretch>
              </a:blipFill>
            </p:spPr>
            <p:txBody>
              <a:bodyPr/>
              <a:lstStyle/>
              <a:p>
                <a:r>
                  <a:rPr lang="vi-VN">
                    <a:noFill/>
                  </a:rPr>
                  <a:t> </a:t>
                </a:r>
              </a:p>
            </p:txBody>
          </p:sp>
        </mc:Fallback>
      </mc:AlternateContent>
      <p:pic>
        <p:nvPicPr>
          <p:cNvPr id="5" name="Picture 4">
            <a:extLst>
              <a:ext uri="{FF2B5EF4-FFF2-40B4-BE49-F238E27FC236}">
                <a16:creationId xmlns:a16="http://schemas.microsoft.com/office/drawing/2014/main" id="{E4DD8E21-2DAF-9293-29C3-C3B0E55EAD77}"/>
              </a:ext>
            </a:extLst>
          </p:cNvPr>
          <p:cNvPicPr>
            <a:picLocks noChangeAspect="1"/>
          </p:cNvPicPr>
          <p:nvPr/>
        </p:nvPicPr>
        <p:blipFill>
          <a:blip r:embed="rId3"/>
          <a:stretch>
            <a:fillRect/>
          </a:stretch>
        </p:blipFill>
        <p:spPr>
          <a:xfrm>
            <a:off x="4786004" y="4735769"/>
            <a:ext cx="3809683" cy="655672"/>
          </a:xfrm>
          <a:prstGeom prst="rect">
            <a:avLst/>
          </a:prstGeom>
        </p:spPr>
      </p:pic>
    </p:spTree>
    <p:extLst>
      <p:ext uri="{BB962C8B-B14F-4D97-AF65-F5344CB8AC3E}">
        <p14:creationId xmlns:p14="http://schemas.microsoft.com/office/powerpoint/2010/main" val="3195587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7A8AC-AEB3-7972-A1CF-8F484AE26A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FF110A-8727-96CA-A2FE-374FB51E18E6}"/>
              </a:ext>
            </a:extLst>
          </p:cNvPr>
          <p:cNvSpPr>
            <a:spLocks noGrp="1"/>
          </p:cNvSpPr>
          <p:nvPr>
            <p:ph type="title"/>
          </p:nvPr>
        </p:nvSpPr>
        <p:spPr/>
        <p:txBody>
          <a:bodyPr/>
          <a:lstStyle/>
          <a:p>
            <a:r>
              <a:rPr lang="vi-VN" dirty="0"/>
              <a:t>2. Method</a:t>
            </a:r>
          </a:p>
        </p:txBody>
      </p:sp>
      <p:sp>
        <p:nvSpPr>
          <p:cNvPr id="3" name="Content Placeholder 2">
            <a:extLst>
              <a:ext uri="{FF2B5EF4-FFF2-40B4-BE49-F238E27FC236}">
                <a16:creationId xmlns:a16="http://schemas.microsoft.com/office/drawing/2014/main" id="{9F16FFCC-5EC5-DF94-3CC7-1A80D8E2D121}"/>
              </a:ext>
            </a:extLst>
          </p:cNvPr>
          <p:cNvSpPr>
            <a:spLocks noGrp="1"/>
          </p:cNvSpPr>
          <p:nvPr>
            <p:ph idx="1"/>
          </p:nvPr>
        </p:nvSpPr>
        <p:spPr/>
        <p:txBody>
          <a:bodyPr>
            <a:normAutofit/>
          </a:bodyPr>
          <a:lstStyle/>
          <a:p>
            <a:pPr marL="0" indent="0">
              <a:buNone/>
            </a:pPr>
            <a:r>
              <a:rPr lang="vi-VN" sz="2000" b="1" dirty="0"/>
              <a:t>Hierarchical Knowledge Alignment: </a:t>
            </a:r>
            <a:r>
              <a:rPr lang="vi-VN" sz="2000" dirty="0"/>
              <a:t>Local Knowledge Alignment</a:t>
            </a:r>
          </a:p>
          <a:p>
            <a:pPr marL="0" indent="0">
              <a:buNone/>
            </a:pPr>
            <a:endParaRPr lang="vi-VN" sz="2000" dirty="0"/>
          </a:p>
          <a:p>
            <a:r>
              <a:rPr lang="vi-VN" sz="2000" dirty="0"/>
              <a:t>Node-level Representation Alignment</a:t>
            </a:r>
          </a:p>
          <a:p>
            <a:pPr lvl="1"/>
            <a:r>
              <a:rPr lang="vi-VN" sz="2000" dirty="0"/>
              <a:t>Họ sử dụng:</a:t>
            </a:r>
          </a:p>
          <a:p>
            <a:pPr lvl="2"/>
            <a:r>
              <a:rPr lang="vi-VN" dirty="0"/>
              <a:t>graph encoder (GE): mã hóa KG để thu được node embeddings</a:t>
            </a:r>
          </a:p>
          <a:p>
            <a:pPr lvl="2"/>
            <a:r>
              <a:rPr lang="vi-VN" dirty="0"/>
              <a:t>text encoder (TE): mã hóa mô tả văn bản tương ứng</a:t>
            </a:r>
          </a:p>
          <a:p>
            <a:pPr lvl="1"/>
            <a:r>
              <a:rPr lang="vi-VN" sz="2000" dirty="0"/>
              <a:t>Trong thực tế:</a:t>
            </a:r>
          </a:p>
          <a:p>
            <a:pPr lvl="2"/>
            <a:r>
              <a:rPr lang="vi-VN" dirty="0"/>
              <a:t>GE là một graph transformer</a:t>
            </a:r>
          </a:p>
          <a:p>
            <a:pPr lvl="2"/>
            <a:r>
              <a:rPr lang="vi-VN" dirty="0"/>
              <a:t>TE là một vanilla transformer</a:t>
            </a:r>
          </a:p>
          <a:p>
            <a:endParaRPr lang="vi-VN" sz="2000" dirty="0"/>
          </a:p>
        </p:txBody>
      </p:sp>
    </p:spTree>
    <p:extLst>
      <p:ext uri="{BB962C8B-B14F-4D97-AF65-F5344CB8AC3E}">
        <p14:creationId xmlns:p14="http://schemas.microsoft.com/office/powerpoint/2010/main" val="3535897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9070F-525C-568A-6B12-39C883541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B1628D-B188-93E6-36FB-E3A543340491}"/>
              </a:ext>
            </a:extLst>
          </p:cNvPr>
          <p:cNvSpPr>
            <a:spLocks noGrp="1"/>
          </p:cNvSpPr>
          <p:nvPr>
            <p:ph type="title"/>
          </p:nvPr>
        </p:nvSpPr>
        <p:spPr/>
        <p:txBody>
          <a:bodyPr/>
          <a:lstStyle/>
          <a:p>
            <a:r>
              <a:rPr lang="vi-VN" dirty="0"/>
              <a:t>2. Method</a:t>
            </a:r>
          </a:p>
        </p:txBody>
      </p:sp>
      <p:sp>
        <p:nvSpPr>
          <p:cNvPr id="3" name="Content Placeholder 2">
            <a:extLst>
              <a:ext uri="{FF2B5EF4-FFF2-40B4-BE49-F238E27FC236}">
                <a16:creationId xmlns:a16="http://schemas.microsoft.com/office/drawing/2014/main" id="{0396E67A-06FF-0798-DA78-455474BF23C7}"/>
              </a:ext>
            </a:extLst>
          </p:cNvPr>
          <p:cNvSpPr>
            <a:spLocks noGrp="1"/>
          </p:cNvSpPr>
          <p:nvPr>
            <p:ph idx="1"/>
          </p:nvPr>
        </p:nvSpPr>
        <p:spPr/>
        <p:txBody>
          <a:bodyPr>
            <a:normAutofit/>
          </a:bodyPr>
          <a:lstStyle/>
          <a:p>
            <a:pPr marL="0" indent="0">
              <a:buNone/>
            </a:pPr>
            <a:r>
              <a:rPr lang="vi-VN" sz="2000" b="1" dirty="0"/>
              <a:t>Hierarchical Knowledge Alignment: </a:t>
            </a:r>
            <a:r>
              <a:rPr lang="vi-VN" sz="2000" dirty="0"/>
              <a:t>Local Knowledge Alignment</a:t>
            </a:r>
          </a:p>
          <a:p>
            <a:pPr marL="0" indent="0">
              <a:buNone/>
            </a:pPr>
            <a:endParaRPr lang="vi-VN" sz="2000" dirty="0"/>
          </a:p>
          <a:p>
            <a:r>
              <a:rPr lang="vi-VN" sz="2000" dirty="0"/>
              <a:t>Node-level Representation Alignment</a:t>
            </a:r>
          </a:p>
          <a:p>
            <a:pPr lvl="1"/>
            <a:r>
              <a:rPr lang="vi-VN" sz="2000" dirty="0"/>
              <a:t>Quá trình mã hóa:</a:t>
            </a:r>
          </a:p>
          <a:p>
            <a:pPr marL="457200" lvl="1" indent="0">
              <a:buNone/>
            </a:pPr>
            <a:endParaRPr lang="vi-VN" sz="2000" dirty="0"/>
          </a:p>
        </p:txBody>
      </p:sp>
      <p:pic>
        <p:nvPicPr>
          <p:cNvPr id="7" name="Picture 6">
            <a:extLst>
              <a:ext uri="{FF2B5EF4-FFF2-40B4-BE49-F238E27FC236}">
                <a16:creationId xmlns:a16="http://schemas.microsoft.com/office/drawing/2014/main" id="{17042743-AD82-B7C8-BDE9-A204A64F1DE4}"/>
              </a:ext>
            </a:extLst>
          </p:cNvPr>
          <p:cNvPicPr>
            <a:picLocks noChangeAspect="1"/>
          </p:cNvPicPr>
          <p:nvPr/>
        </p:nvPicPr>
        <p:blipFill>
          <a:blip r:embed="rId2"/>
          <a:stretch>
            <a:fillRect/>
          </a:stretch>
        </p:blipFill>
        <p:spPr>
          <a:xfrm>
            <a:off x="1172497" y="3301180"/>
            <a:ext cx="6276975" cy="2162175"/>
          </a:xfrm>
          <a:prstGeom prst="rect">
            <a:avLst/>
          </a:prstGeom>
        </p:spPr>
      </p:pic>
    </p:spTree>
    <p:extLst>
      <p:ext uri="{BB962C8B-B14F-4D97-AF65-F5344CB8AC3E}">
        <p14:creationId xmlns:p14="http://schemas.microsoft.com/office/powerpoint/2010/main" val="3472194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305D5-D6DC-7DAF-6ABD-762ADA6D7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99EAE5-6E34-04A5-B99F-F1FDC6670D5F}"/>
              </a:ext>
            </a:extLst>
          </p:cNvPr>
          <p:cNvSpPr>
            <a:spLocks noGrp="1"/>
          </p:cNvSpPr>
          <p:nvPr>
            <p:ph type="title"/>
          </p:nvPr>
        </p:nvSpPr>
        <p:spPr/>
        <p:txBody>
          <a:bodyPr/>
          <a:lstStyle/>
          <a:p>
            <a:r>
              <a:rPr lang="vi-VN" dirty="0"/>
              <a:t>2. Method</a:t>
            </a:r>
          </a:p>
        </p:txBody>
      </p:sp>
      <p:sp>
        <p:nvSpPr>
          <p:cNvPr id="3" name="Content Placeholder 2">
            <a:extLst>
              <a:ext uri="{FF2B5EF4-FFF2-40B4-BE49-F238E27FC236}">
                <a16:creationId xmlns:a16="http://schemas.microsoft.com/office/drawing/2014/main" id="{7BC08607-CF5D-AF48-2B46-70CD81905A3A}"/>
              </a:ext>
            </a:extLst>
          </p:cNvPr>
          <p:cNvSpPr>
            <a:spLocks noGrp="1"/>
          </p:cNvSpPr>
          <p:nvPr>
            <p:ph idx="1"/>
          </p:nvPr>
        </p:nvSpPr>
        <p:spPr>
          <a:xfrm>
            <a:off x="711200" y="1825624"/>
            <a:ext cx="10642600" cy="5032375"/>
          </a:xfrm>
        </p:spPr>
        <p:txBody>
          <a:bodyPr>
            <a:noAutofit/>
          </a:bodyPr>
          <a:lstStyle/>
          <a:p>
            <a:pPr marL="0" indent="0">
              <a:buNone/>
            </a:pPr>
            <a:r>
              <a:rPr lang="vi-VN" sz="2000" b="1" dirty="0"/>
              <a:t>Hierarchical Knowledge Alignment</a:t>
            </a:r>
            <a:r>
              <a:rPr lang="vi-VN" sz="2000" dirty="0"/>
              <a:t>: Local Knowledge Alignment</a:t>
            </a:r>
          </a:p>
          <a:p>
            <a:pPr marL="0" indent="0">
              <a:buNone/>
            </a:pPr>
            <a:endParaRPr lang="vi-VN" sz="2000" dirty="0"/>
          </a:p>
          <a:p>
            <a:r>
              <a:rPr lang="vi-VN" sz="2000" dirty="0"/>
              <a:t>Node-level Representation Alignment</a:t>
            </a:r>
          </a:p>
          <a:p>
            <a:endParaRPr lang="vi-VN" sz="2000" dirty="0"/>
          </a:p>
          <a:p>
            <a:endParaRPr lang="vi-VN" sz="2000" dirty="0"/>
          </a:p>
          <a:p>
            <a:endParaRPr lang="vi-VN" sz="2000" dirty="0"/>
          </a:p>
          <a:p>
            <a:endParaRPr lang="vi-VN" sz="2000" dirty="0"/>
          </a:p>
          <a:p>
            <a:endParaRPr lang="vi-VN" sz="2000" dirty="0"/>
          </a:p>
          <a:p>
            <a:endParaRPr lang="vi-VN" sz="2000" dirty="0"/>
          </a:p>
          <a:p>
            <a:endParaRPr lang="vi-VN" sz="2000" dirty="0"/>
          </a:p>
          <a:p>
            <a:pPr marL="0" indent="0">
              <a:buNone/>
            </a:pPr>
            <a:endParaRPr lang="vi-VN" sz="2000" dirty="0"/>
          </a:p>
          <a:p>
            <a:pPr marL="0" indent="0">
              <a:buNone/>
            </a:pPr>
            <a:r>
              <a:rPr lang="vi-VN" sz="2000" dirty="0"/>
              <a:t>=&gt; Loss này khuyến khích bidirectional alignment giữa node và mô tả của nó.</a:t>
            </a:r>
          </a:p>
          <a:p>
            <a:pPr marL="457200" lvl="1" indent="0">
              <a:buNone/>
            </a:pPr>
            <a:endParaRPr lang="vi-VN" sz="2000" dirty="0"/>
          </a:p>
        </p:txBody>
      </p:sp>
      <p:pic>
        <p:nvPicPr>
          <p:cNvPr id="5" name="Picture 4">
            <a:extLst>
              <a:ext uri="{FF2B5EF4-FFF2-40B4-BE49-F238E27FC236}">
                <a16:creationId xmlns:a16="http://schemas.microsoft.com/office/drawing/2014/main" id="{4B2F120A-69FC-F136-9758-296EF4CB4020}"/>
              </a:ext>
            </a:extLst>
          </p:cNvPr>
          <p:cNvPicPr>
            <a:picLocks noChangeAspect="1"/>
          </p:cNvPicPr>
          <p:nvPr/>
        </p:nvPicPr>
        <p:blipFill>
          <a:blip r:embed="rId2"/>
          <a:stretch>
            <a:fillRect/>
          </a:stretch>
        </p:blipFill>
        <p:spPr>
          <a:xfrm>
            <a:off x="1581119" y="3002424"/>
            <a:ext cx="6467475" cy="3171825"/>
          </a:xfrm>
          <a:prstGeom prst="rect">
            <a:avLst/>
          </a:prstGeom>
        </p:spPr>
      </p:pic>
    </p:spTree>
    <p:extLst>
      <p:ext uri="{BB962C8B-B14F-4D97-AF65-F5344CB8AC3E}">
        <p14:creationId xmlns:p14="http://schemas.microsoft.com/office/powerpoint/2010/main" val="962502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2DA5F-C47B-3096-16EA-D6EBF98400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6C7D4-EF66-9E47-AAAD-9BD19B5F4B47}"/>
              </a:ext>
            </a:extLst>
          </p:cNvPr>
          <p:cNvSpPr>
            <a:spLocks noGrp="1"/>
          </p:cNvSpPr>
          <p:nvPr>
            <p:ph type="title"/>
          </p:nvPr>
        </p:nvSpPr>
        <p:spPr/>
        <p:txBody>
          <a:bodyPr/>
          <a:lstStyle/>
          <a:p>
            <a:r>
              <a:rPr lang="vi-VN" dirty="0"/>
              <a:t>2. Method</a:t>
            </a:r>
          </a:p>
        </p:txBody>
      </p:sp>
      <p:sp>
        <p:nvSpPr>
          <p:cNvPr id="3" name="Content Placeholder 2">
            <a:extLst>
              <a:ext uri="{FF2B5EF4-FFF2-40B4-BE49-F238E27FC236}">
                <a16:creationId xmlns:a16="http://schemas.microsoft.com/office/drawing/2014/main" id="{DFD8D489-7AB0-40BE-9A43-538853ACC112}"/>
              </a:ext>
            </a:extLst>
          </p:cNvPr>
          <p:cNvSpPr>
            <a:spLocks noGrp="1"/>
          </p:cNvSpPr>
          <p:nvPr>
            <p:ph idx="1"/>
          </p:nvPr>
        </p:nvSpPr>
        <p:spPr/>
        <p:txBody>
          <a:bodyPr>
            <a:noAutofit/>
          </a:bodyPr>
          <a:lstStyle/>
          <a:p>
            <a:pPr marL="0" indent="0">
              <a:buNone/>
            </a:pPr>
            <a:r>
              <a:rPr lang="vi-VN" sz="2000" b="1" dirty="0"/>
              <a:t>Hierarchical Knowledge Alignment</a:t>
            </a:r>
            <a:r>
              <a:rPr lang="vi-VN" sz="2000" dirty="0"/>
              <a:t>: Global Knowledge Alignment</a:t>
            </a:r>
          </a:p>
          <a:p>
            <a:r>
              <a:rPr lang="vi-VN" sz="2000" dirty="0"/>
              <a:t>Căn chỉnh các subgraphs với textual information (thông tin bằng văn bản) liên quan của chúng</a:t>
            </a:r>
          </a:p>
          <a:p>
            <a:pPr lvl="1"/>
            <a:r>
              <a:rPr lang="vi-VN" sz="2000" dirty="0"/>
              <a:t>Xây dựng Cặp Đồ thị con-Tài liệu (Subgraph-Document Pairs Construction): sử dụng GPT-4 để xây dựng các subgraph-document pairs của LLMs</a:t>
            </a:r>
          </a:p>
          <a:p>
            <a:pPr lvl="1"/>
            <a:r>
              <a:rPr lang="vi-VN" sz="2000" dirty="0"/>
              <a:t>Ban đầu họ sample (lấy mẫu) một subset (tập hợp con) của các đoạn văn đã được retrieved trước đó để phục vụ như là input documents</a:t>
            </a:r>
          </a:p>
          <a:p>
            <a:pPr lvl="1"/>
            <a:r>
              <a:rPr lang="vi-VN" sz="2000" dirty="0"/>
              <a:t>Đối với mỗi document </a:t>
            </a:r>
            <a:r>
              <a:rPr lang="vi-VN" sz="2000" i="1" dirty="0"/>
              <a:t>Ds</a:t>
            </a:r>
            <a:r>
              <a:rPr lang="vi-VN" sz="2000" dirty="0"/>
              <a:t>​, họ tận dụng GPT-4 để extract triples sau đó được tổ chức thành subgraph, được ký hiệu là </a:t>
            </a:r>
            <a:r>
              <a:rPr lang="vi-VN" sz="2000" i="1" dirty="0"/>
              <a:t>S</a:t>
            </a:r>
          </a:p>
          <a:p>
            <a:pPr lvl="1"/>
            <a:r>
              <a:rPr lang="vi-VN" sz="2000" dirty="0"/>
              <a:t>Thông qua quá trình này, họ xây dựng một tập hợp (set) các subgraph-document pairs, được đại diện là </a:t>
            </a:r>
          </a:p>
          <a:p>
            <a:pPr lvl="1"/>
            <a:endParaRPr lang="vi-VN" sz="2000" dirty="0"/>
          </a:p>
          <a:p>
            <a:pPr lvl="2"/>
            <a:r>
              <a:rPr lang="vi-VN" sz="1600" dirty="0"/>
              <a:t>trong đó S là tập hợp các subgraphs và </a:t>
            </a:r>
            <a:r>
              <a:rPr lang="vi-VN" sz="1600" i="1" dirty="0"/>
              <a:t>D</a:t>
            </a:r>
            <a:r>
              <a:rPr lang="vi-VN" sz="1600" dirty="0"/>
              <a:t>′ là tập hợp các corresponding documents (tài liệu tương ứng)</a:t>
            </a:r>
          </a:p>
        </p:txBody>
      </p:sp>
      <p:pic>
        <p:nvPicPr>
          <p:cNvPr id="9" name="Picture 8">
            <a:extLst>
              <a:ext uri="{FF2B5EF4-FFF2-40B4-BE49-F238E27FC236}">
                <a16:creationId xmlns:a16="http://schemas.microsoft.com/office/drawing/2014/main" id="{1A96D501-3035-EBD5-5EB1-DDC8CEFB109B}"/>
              </a:ext>
            </a:extLst>
          </p:cNvPr>
          <p:cNvPicPr>
            <a:picLocks noChangeAspect="1"/>
          </p:cNvPicPr>
          <p:nvPr/>
        </p:nvPicPr>
        <p:blipFill>
          <a:blip r:embed="rId2"/>
          <a:srcRect b="24008"/>
          <a:stretch>
            <a:fillRect/>
          </a:stretch>
        </p:blipFill>
        <p:spPr>
          <a:xfrm>
            <a:off x="5607714" y="5025963"/>
            <a:ext cx="3808263" cy="499766"/>
          </a:xfrm>
          <a:prstGeom prst="rect">
            <a:avLst/>
          </a:prstGeom>
        </p:spPr>
      </p:pic>
    </p:spTree>
    <p:extLst>
      <p:ext uri="{BB962C8B-B14F-4D97-AF65-F5344CB8AC3E}">
        <p14:creationId xmlns:p14="http://schemas.microsoft.com/office/powerpoint/2010/main" val="2091495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48E14-D735-DA66-65C1-9E1D72EB9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5474F9-E353-FD9B-B51A-46BF7BFC37C0}"/>
              </a:ext>
            </a:extLst>
          </p:cNvPr>
          <p:cNvSpPr>
            <a:spLocks noGrp="1"/>
          </p:cNvSpPr>
          <p:nvPr>
            <p:ph type="title"/>
          </p:nvPr>
        </p:nvSpPr>
        <p:spPr/>
        <p:txBody>
          <a:bodyPr/>
          <a:lstStyle/>
          <a:p>
            <a:r>
              <a:rPr lang="vi-VN" dirty="0"/>
              <a:t>2. Method</a:t>
            </a:r>
          </a:p>
        </p:txBody>
      </p:sp>
      <p:sp>
        <p:nvSpPr>
          <p:cNvPr id="3" name="Content Placeholder 2">
            <a:extLst>
              <a:ext uri="{FF2B5EF4-FFF2-40B4-BE49-F238E27FC236}">
                <a16:creationId xmlns:a16="http://schemas.microsoft.com/office/drawing/2014/main" id="{BF0D0D9F-8945-9DE0-DCAA-A3573A700445}"/>
              </a:ext>
            </a:extLst>
          </p:cNvPr>
          <p:cNvSpPr>
            <a:spLocks noGrp="1"/>
          </p:cNvSpPr>
          <p:nvPr>
            <p:ph idx="1"/>
          </p:nvPr>
        </p:nvSpPr>
        <p:spPr/>
        <p:txBody>
          <a:bodyPr>
            <a:normAutofit/>
          </a:bodyPr>
          <a:lstStyle/>
          <a:p>
            <a:pPr marL="0" indent="0">
              <a:buNone/>
            </a:pPr>
            <a:r>
              <a:rPr lang="vi-VN" sz="2000" b="1" dirty="0"/>
              <a:t>Hierarchical Knowledge Alignment</a:t>
            </a:r>
            <a:r>
              <a:rPr lang="vi-VN" sz="2000" dirty="0"/>
              <a:t>: Global Knowledge Alignment</a:t>
            </a:r>
          </a:p>
          <a:p>
            <a:r>
              <a:rPr lang="vi-VN" sz="2000" dirty="0"/>
              <a:t>Căn chỉnh Biểu diễn cấp độ Đồ thị con (Subgraph-level Representation Alignment).</a:t>
            </a:r>
          </a:p>
          <a:p>
            <a:pPr lvl="1"/>
            <a:r>
              <a:rPr lang="vi-VN" sz="2000" dirty="0"/>
              <a:t>Tương tự, họ sử dụng graph encoder GE và text encoder TE để encode các subgraphs S và textual documents </a:t>
            </a:r>
            <a:r>
              <a:rPr lang="vi-VN" sz="2000" i="1" dirty="0"/>
              <a:t>D</a:t>
            </a:r>
            <a:r>
              <a:rPr lang="vi-VN" sz="2000" dirty="0"/>
              <a:t>′ tương ứng</a:t>
            </a:r>
          </a:p>
          <a:p>
            <a:pPr lvl="1"/>
            <a:r>
              <a:rPr lang="vi-VN" sz="2000" dirty="0"/>
              <a:t>Các subgraph embeddings H′ và document embeddings D′ được generated như sau:</a:t>
            </a:r>
          </a:p>
          <a:p>
            <a:pPr marL="457200" lvl="1" indent="0">
              <a:buNone/>
            </a:pPr>
            <a:endParaRPr lang="vi-VN" sz="2000" dirty="0"/>
          </a:p>
          <a:p>
            <a:pPr marL="457200" lvl="1" indent="0">
              <a:buNone/>
            </a:pPr>
            <a:endParaRPr lang="vi-VN" sz="2000" dirty="0"/>
          </a:p>
          <a:p>
            <a:pPr lvl="2"/>
            <a:r>
              <a:rPr lang="vi-VN" sz="1600" dirty="0"/>
              <a:t>Trong đó:</a:t>
            </a:r>
          </a:p>
          <a:p>
            <a:pPr lvl="3"/>
            <a:r>
              <a:rPr lang="en-US" i="1" dirty="0"/>
              <a:t>M</a:t>
            </a:r>
            <a:r>
              <a:rPr lang="en-US" dirty="0"/>
              <a:t> </a:t>
            </a:r>
            <a:r>
              <a:rPr lang="en-US" dirty="0" err="1"/>
              <a:t>là</a:t>
            </a:r>
            <a:r>
              <a:rPr lang="en-US" dirty="0"/>
              <a:t> the number of subgraphs (</a:t>
            </a:r>
            <a:r>
              <a:rPr lang="en-US" dirty="0" err="1"/>
              <a:t>số</a:t>
            </a:r>
            <a:r>
              <a:rPr lang="en-US" dirty="0"/>
              <a:t> </a:t>
            </a:r>
            <a:r>
              <a:rPr lang="en-US" dirty="0" err="1"/>
              <a:t>lượng</a:t>
            </a:r>
            <a:r>
              <a:rPr lang="en-US" dirty="0"/>
              <a:t> </a:t>
            </a:r>
            <a:r>
              <a:rPr lang="en-US" dirty="0" err="1"/>
              <a:t>đồ</a:t>
            </a:r>
            <a:r>
              <a:rPr lang="en-US" dirty="0"/>
              <a:t> </a:t>
            </a:r>
            <a:r>
              <a:rPr lang="en-US" dirty="0" err="1"/>
              <a:t>thị</a:t>
            </a:r>
            <a:r>
              <a:rPr lang="en-US" dirty="0"/>
              <a:t> con)</a:t>
            </a:r>
          </a:p>
          <a:p>
            <a:pPr lvl="3"/>
            <a:r>
              <a:rPr lang="vi-VN" dirty="0"/>
              <a:t>Pool(·) đại diện cho mean pooling operator (toán tử gộp trung bình)</a:t>
            </a:r>
            <a:endParaRPr lang="vi-VN" sz="1400" dirty="0"/>
          </a:p>
        </p:txBody>
      </p:sp>
      <p:pic>
        <p:nvPicPr>
          <p:cNvPr id="9" name="Picture 8">
            <a:extLst>
              <a:ext uri="{FF2B5EF4-FFF2-40B4-BE49-F238E27FC236}">
                <a16:creationId xmlns:a16="http://schemas.microsoft.com/office/drawing/2014/main" id="{3E4BC329-8A08-F874-611E-666D7F1387C1}"/>
              </a:ext>
            </a:extLst>
          </p:cNvPr>
          <p:cNvPicPr>
            <a:picLocks noChangeAspect="1"/>
          </p:cNvPicPr>
          <p:nvPr/>
        </p:nvPicPr>
        <p:blipFill>
          <a:blip r:embed="rId2"/>
          <a:stretch>
            <a:fillRect/>
          </a:stretch>
        </p:blipFill>
        <p:spPr>
          <a:xfrm>
            <a:off x="7213766" y="3551095"/>
            <a:ext cx="4440146" cy="519460"/>
          </a:xfrm>
          <a:prstGeom prst="rect">
            <a:avLst/>
          </a:prstGeom>
        </p:spPr>
      </p:pic>
      <p:pic>
        <p:nvPicPr>
          <p:cNvPr id="10" name="Picture 9">
            <a:extLst>
              <a:ext uri="{FF2B5EF4-FFF2-40B4-BE49-F238E27FC236}">
                <a16:creationId xmlns:a16="http://schemas.microsoft.com/office/drawing/2014/main" id="{B09A6628-A310-555E-ACF0-900F2E81158C}"/>
              </a:ext>
            </a:extLst>
          </p:cNvPr>
          <p:cNvPicPr>
            <a:picLocks noChangeAspect="1"/>
          </p:cNvPicPr>
          <p:nvPr/>
        </p:nvPicPr>
        <p:blipFill>
          <a:blip r:embed="rId3"/>
          <a:stretch>
            <a:fillRect/>
          </a:stretch>
        </p:blipFill>
        <p:spPr>
          <a:xfrm>
            <a:off x="1536474" y="3542475"/>
            <a:ext cx="5072025" cy="528080"/>
          </a:xfrm>
          <a:prstGeom prst="rect">
            <a:avLst/>
          </a:prstGeom>
        </p:spPr>
      </p:pic>
    </p:spTree>
    <p:extLst>
      <p:ext uri="{BB962C8B-B14F-4D97-AF65-F5344CB8AC3E}">
        <p14:creationId xmlns:p14="http://schemas.microsoft.com/office/powerpoint/2010/main" val="2303445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51411-DAE2-455E-B423-99292AE473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B9F7A9-05ED-CAFF-B2E5-AB10E52973CC}"/>
              </a:ext>
            </a:extLst>
          </p:cNvPr>
          <p:cNvSpPr>
            <a:spLocks noGrp="1"/>
          </p:cNvSpPr>
          <p:nvPr>
            <p:ph type="title"/>
          </p:nvPr>
        </p:nvSpPr>
        <p:spPr/>
        <p:txBody>
          <a:bodyPr/>
          <a:lstStyle/>
          <a:p>
            <a:r>
              <a:rPr lang="vi-VN" dirty="0"/>
              <a:t>2. Method</a:t>
            </a:r>
          </a:p>
        </p:txBody>
      </p:sp>
      <p:sp>
        <p:nvSpPr>
          <p:cNvPr id="3" name="Content Placeholder 2">
            <a:extLst>
              <a:ext uri="{FF2B5EF4-FFF2-40B4-BE49-F238E27FC236}">
                <a16:creationId xmlns:a16="http://schemas.microsoft.com/office/drawing/2014/main" id="{B332697F-4D78-BF1F-5D67-30AF3B1B0E1F}"/>
              </a:ext>
            </a:extLst>
          </p:cNvPr>
          <p:cNvSpPr>
            <a:spLocks noGrp="1"/>
          </p:cNvSpPr>
          <p:nvPr>
            <p:ph idx="1"/>
          </p:nvPr>
        </p:nvSpPr>
        <p:spPr/>
        <p:txBody>
          <a:bodyPr>
            <a:normAutofit/>
          </a:bodyPr>
          <a:lstStyle/>
          <a:p>
            <a:pPr marL="0" indent="0">
              <a:buNone/>
            </a:pPr>
            <a:r>
              <a:rPr lang="vi-VN" sz="2000" b="1" dirty="0"/>
              <a:t>Hierarchical Knowledge Alignment</a:t>
            </a:r>
            <a:r>
              <a:rPr lang="vi-VN" sz="2000" dirty="0"/>
              <a:t>: Global Knowledge Alignment</a:t>
            </a:r>
          </a:p>
          <a:p>
            <a:r>
              <a:rPr lang="vi-VN" sz="2000" dirty="0"/>
              <a:t>Căn chỉnh Biểu diễn cấp độ Đồ thị con (Subgraph-level Representation Alignment).</a:t>
            </a:r>
          </a:p>
          <a:p>
            <a:pPr lvl="1"/>
            <a:r>
              <a:rPr lang="vi-VN" sz="2000" dirty="0"/>
              <a:t>Sau đó, họ tính toán similarity matrix </a:t>
            </a:r>
            <a:r>
              <a:rPr lang="el-GR" sz="2000" dirty="0"/>
              <a:t>Λ′ </a:t>
            </a:r>
            <a:r>
              <a:rPr lang="vi-VN" sz="2000" dirty="0"/>
              <a:t>giữa H′ và D′ theo cùng cách với Node-level Representation Alignment, và áp dụng contrastive loss như sau:</a:t>
            </a:r>
          </a:p>
          <a:p>
            <a:pPr lvl="1"/>
            <a:endParaRPr lang="vi-VN" sz="2000" dirty="0"/>
          </a:p>
          <a:p>
            <a:pPr marL="457200" lvl="1" indent="0">
              <a:buNone/>
            </a:pPr>
            <a:endParaRPr lang="vi-VN" sz="2000" dirty="0"/>
          </a:p>
          <a:p>
            <a:pPr lvl="1"/>
            <a:r>
              <a:rPr lang="vi-VN" sz="2000" dirty="0"/>
              <a:t>Final loss được định nghĩa là một joint training objective (mục tiêu huấn luyện chung) của local loss và global loss:</a:t>
            </a:r>
          </a:p>
        </p:txBody>
      </p:sp>
      <p:pic>
        <p:nvPicPr>
          <p:cNvPr id="6" name="Picture 5">
            <a:extLst>
              <a:ext uri="{FF2B5EF4-FFF2-40B4-BE49-F238E27FC236}">
                <a16:creationId xmlns:a16="http://schemas.microsoft.com/office/drawing/2014/main" id="{2F295F52-349F-CC0D-7776-EB839B854482}"/>
              </a:ext>
            </a:extLst>
          </p:cNvPr>
          <p:cNvPicPr>
            <a:picLocks noChangeAspect="1"/>
          </p:cNvPicPr>
          <p:nvPr/>
        </p:nvPicPr>
        <p:blipFill>
          <a:blip r:embed="rId2"/>
          <a:stretch>
            <a:fillRect/>
          </a:stretch>
        </p:blipFill>
        <p:spPr>
          <a:xfrm>
            <a:off x="4076085" y="3149313"/>
            <a:ext cx="4510000" cy="665762"/>
          </a:xfrm>
          <a:prstGeom prst="rect">
            <a:avLst/>
          </a:prstGeom>
        </p:spPr>
      </p:pic>
      <p:pic>
        <p:nvPicPr>
          <p:cNvPr id="11" name="Picture 10">
            <a:extLst>
              <a:ext uri="{FF2B5EF4-FFF2-40B4-BE49-F238E27FC236}">
                <a16:creationId xmlns:a16="http://schemas.microsoft.com/office/drawing/2014/main" id="{30C611C6-8936-E674-8092-42AD86DCFCF8}"/>
              </a:ext>
            </a:extLst>
          </p:cNvPr>
          <p:cNvPicPr>
            <a:picLocks noChangeAspect="1"/>
          </p:cNvPicPr>
          <p:nvPr/>
        </p:nvPicPr>
        <p:blipFill>
          <a:blip r:embed="rId3"/>
          <a:stretch>
            <a:fillRect/>
          </a:stretch>
        </p:blipFill>
        <p:spPr>
          <a:xfrm>
            <a:off x="5056546" y="4367863"/>
            <a:ext cx="3302259" cy="590550"/>
          </a:xfrm>
          <a:prstGeom prst="rect">
            <a:avLst/>
          </a:prstGeom>
        </p:spPr>
      </p:pic>
    </p:spTree>
    <p:extLst>
      <p:ext uri="{BB962C8B-B14F-4D97-AF65-F5344CB8AC3E}">
        <p14:creationId xmlns:p14="http://schemas.microsoft.com/office/powerpoint/2010/main" val="3705187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34A7E-A342-FA84-720F-F363B01CA9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D699A-4FE9-D7D9-0741-882ACFDB8EBB}"/>
              </a:ext>
            </a:extLst>
          </p:cNvPr>
          <p:cNvSpPr>
            <a:spLocks noGrp="1"/>
          </p:cNvSpPr>
          <p:nvPr>
            <p:ph type="title"/>
          </p:nvPr>
        </p:nvSpPr>
        <p:spPr/>
        <p:txBody>
          <a:bodyPr/>
          <a:lstStyle/>
          <a:p>
            <a:r>
              <a:rPr lang="vi-VN" dirty="0"/>
              <a:t>2. Method</a:t>
            </a:r>
          </a:p>
        </p:txBody>
      </p:sp>
      <p:sp>
        <p:nvSpPr>
          <p:cNvPr id="3" name="Content Placeholder 2">
            <a:extLst>
              <a:ext uri="{FF2B5EF4-FFF2-40B4-BE49-F238E27FC236}">
                <a16:creationId xmlns:a16="http://schemas.microsoft.com/office/drawing/2014/main" id="{8FF68716-01D6-51A1-3414-FC337931DB38}"/>
              </a:ext>
            </a:extLst>
          </p:cNvPr>
          <p:cNvSpPr>
            <a:spLocks noGrp="1"/>
          </p:cNvSpPr>
          <p:nvPr>
            <p:ph idx="1"/>
          </p:nvPr>
        </p:nvSpPr>
        <p:spPr/>
        <p:txBody>
          <a:bodyPr>
            <a:normAutofit/>
          </a:bodyPr>
          <a:lstStyle/>
          <a:p>
            <a:pPr marL="0" indent="0">
              <a:buNone/>
            </a:pPr>
            <a:r>
              <a:rPr lang="vi-VN" sz="2000" b="1" dirty="0"/>
              <a:t>Structural Instruction Tuning</a:t>
            </a:r>
          </a:p>
          <a:p>
            <a:r>
              <a:rPr lang="vi-VN" sz="2000" dirty="0"/>
              <a:t>Để hướng dẫn LLMs trong structure-aware reasoning (suy luận nhận biết cấu trúc) trên các KGs, họ tiếp tục giới thiệu structural instruction tuning. </a:t>
            </a:r>
          </a:p>
          <a:p>
            <a:r>
              <a:rPr lang="vi-VN" sz="2000" dirty="0"/>
              <a:t>Cụ thể, họ thiết kế một unified graph instruction (hướng dẫn đồ thị thống nhất) với một lightweight tuning strategy (chiến lược điều chỉnh gọn nhẹ) để hỗ trợ các KGC task khác nhau</a:t>
            </a:r>
          </a:p>
        </p:txBody>
      </p:sp>
    </p:spTree>
    <p:extLst>
      <p:ext uri="{BB962C8B-B14F-4D97-AF65-F5344CB8AC3E}">
        <p14:creationId xmlns:p14="http://schemas.microsoft.com/office/powerpoint/2010/main" val="495455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D1267-EB5D-6C31-6E53-B6CE16D0DD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93690D-F645-011E-0E71-05142721AE62}"/>
              </a:ext>
            </a:extLst>
          </p:cNvPr>
          <p:cNvSpPr>
            <a:spLocks noGrp="1"/>
          </p:cNvSpPr>
          <p:nvPr>
            <p:ph type="title"/>
          </p:nvPr>
        </p:nvSpPr>
        <p:spPr/>
        <p:txBody>
          <a:bodyPr/>
          <a:lstStyle/>
          <a:p>
            <a:r>
              <a:rPr lang="vi-VN" dirty="0"/>
              <a:t>2. Method</a:t>
            </a:r>
          </a:p>
        </p:txBody>
      </p:sp>
      <p:sp>
        <p:nvSpPr>
          <p:cNvPr id="3" name="Content Placeholder 2">
            <a:extLst>
              <a:ext uri="{FF2B5EF4-FFF2-40B4-BE49-F238E27FC236}">
                <a16:creationId xmlns:a16="http://schemas.microsoft.com/office/drawing/2014/main" id="{4C9CE031-9756-52E3-EEC4-F93F0FD8B329}"/>
              </a:ext>
            </a:extLst>
          </p:cNvPr>
          <p:cNvSpPr>
            <a:spLocks noGrp="1"/>
          </p:cNvSpPr>
          <p:nvPr>
            <p:ph idx="1"/>
          </p:nvPr>
        </p:nvSpPr>
        <p:spPr/>
        <p:txBody>
          <a:bodyPr>
            <a:normAutofit/>
          </a:bodyPr>
          <a:lstStyle/>
          <a:p>
            <a:pPr marL="0" indent="0">
              <a:buNone/>
            </a:pPr>
            <a:r>
              <a:rPr lang="vi-VN" sz="2000" b="1" dirty="0"/>
              <a:t>Structural Instruction Tuning: </a:t>
            </a:r>
            <a:r>
              <a:rPr lang="vi-VN" sz="2000" dirty="0"/>
              <a:t>Graph Instruction Design</a:t>
            </a:r>
          </a:p>
          <a:p>
            <a:r>
              <a:rPr lang="vi-VN" sz="2000" dirty="0"/>
              <a:t>Thiết kế Hướng dẫn Đồ thị (Graph Instruction Design). </a:t>
            </a:r>
          </a:p>
          <a:p>
            <a:pPr lvl="1"/>
            <a:r>
              <a:rPr lang="vi-VN" sz="2000" dirty="0"/>
              <a:t>Để unify (thống nhất) các KGC task, họ xây dựng chúng thành một vấn đề generative question-answering (trả lời câu hỏi tạo sinh), và thiết kế một graph instruction template (mẫu hướng dẫn đồ thị) bao gồm ba phần: </a:t>
            </a:r>
          </a:p>
          <a:p>
            <a:pPr lvl="2"/>
            <a:r>
              <a:rPr lang="vi-VN" dirty="0"/>
              <a:t>i) human question (câu hỏi của con người), </a:t>
            </a:r>
          </a:p>
          <a:p>
            <a:pPr lvl="2"/>
            <a:r>
              <a:rPr lang="vi-VN" dirty="0"/>
              <a:t>ii) graph information (thông tin đồ thị), </a:t>
            </a:r>
          </a:p>
          <a:p>
            <a:pPr lvl="2"/>
            <a:r>
              <a:rPr lang="vi-VN" dirty="0"/>
              <a:t>iii) model response (phản hồi của mô hình)</a:t>
            </a:r>
          </a:p>
        </p:txBody>
      </p:sp>
    </p:spTree>
    <p:extLst>
      <p:ext uri="{BB962C8B-B14F-4D97-AF65-F5344CB8AC3E}">
        <p14:creationId xmlns:p14="http://schemas.microsoft.com/office/powerpoint/2010/main" val="1420711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4717B-6FA2-4EB2-32F0-A0DA91641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7AAC40-56EB-0CAB-BC7C-BE498E5ECD98}"/>
              </a:ext>
            </a:extLst>
          </p:cNvPr>
          <p:cNvSpPr>
            <a:spLocks noGrp="1"/>
          </p:cNvSpPr>
          <p:nvPr>
            <p:ph type="title"/>
          </p:nvPr>
        </p:nvSpPr>
        <p:spPr/>
        <p:txBody>
          <a:bodyPr/>
          <a:lstStyle/>
          <a:p>
            <a:r>
              <a:rPr lang="vi-VN" dirty="0"/>
              <a:t>2. Method</a:t>
            </a:r>
          </a:p>
        </p:txBody>
      </p:sp>
      <p:sp>
        <p:nvSpPr>
          <p:cNvPr id="3" name="Content Placeholder 2">
            <a:extLst>
              <a:ext uri="{FF2B5EF4-FFF2-40B4-BE49-F238E27FC236}">
                <a16:creationId xmlns:a16="http://schemas.microsoft.com/office/drawing/2014/main" id="{A623C765-4FA8-20A5-8580-A5CEC32C4918}"/>
              </a:ext>
            </a:extLst>
          </p:cNvPr>
          <p:cNvSpPr>
            <a:spLocks noGrp="1"/>
          </p:cNvSpPr>
          <p:nvPr>
            <p:ph idx="1"/>
          </p:nvPr>
        </p:nvSpPr>
        <p:spPr/>
        <p:txBody>
          <a:bodyPr>
            <a:normAutofit/>
          </a:bodyPr>
          <a:lstStyle/>
          <a:p>
            <a:pPr marL="0" indent="0">
              <a:buNone/>
            </a:pPr>
            <a:r>
              <a:rPr lang="vi-VN" sz="2000" b="1" dirty="0"/>
              <a:t>Structural Instruction Tuning</a:t>
            </a:r>
          </a:p>
          <a:p>
            <a:pPr marL="0" indent="0">
              <a:buNone/>
            </a:pPr>
            <a:r>
              <a:rPr lang="vi-VN" sz="2000" dirty="0"/>
              <a:t>Graph Instruction Design</a:t>
            </a:r>
          </a:p>
          <a:p>
            <a:endParaRPr lang="vi-VN" sz="2000" dirty="0"/>
          </a:p>
        </p:txBody>
      </p:sp>
      <p:pic>
        <p:nvPicPr>
          <p:cNvPr id="5" name="Picture 4">
            <a:extLst>
              <a:ext uri="{FF2B5EF4-FFF2-40B4-BE49-F238E27FC236}">
                <a16:creationId xmlns:a16="http://schemas.microsoft.com/office/drawing/2014/main" id="{697124E1-FC3B-3D83-7368-D27E9D0E8253}"/>
              </a:ext>
            </a:extLst>
          </p:cNvPr>
          <p:cNvPicPr>
            <a:picLocks noChangeAspect="1"/>
          </p:cNvPicPr>
          <p:nvPr/>
        </p:nvPicPr>
        <p:blipFill>
          <a:blip r:embed="rId2"/>
          <a:stretch>
            <a:fillRect/>
          </a:stretch>
        </p:blipFill>
        <p:spPr>
          <a:xfrm>
            <a:off x="4437154" y="122904"/>
            <a:ext cx="7754846" cy="6735096"/>
          </a:xfrm>
          <a:prstGeom prst="rect">
            <a:avLst/>
          </a:prstGeom>
        </p:spPr>
      </p:pic>
    </p:spTree>
    <p:extLst>
      <p:ext uri="{BB962C8B-B14F-4D97-AF65-F5344CB8AC3E}">
        <p14:creationId xmlns:p14="http://schemas.microsoft.com/office/powerpoint/2010/main" val="3503421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C5D55-0145-7F21-C196-758EEC713C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D086A7-1F99-E6E5-2A30-BBB2DE9203C1}"/>
              </a:ext>
            </a:extLst>
          </p:cNvPr>
          <p:cNvSpPr>
            <a:spLocks noGrp="1"/>
          </p:cNvSpPr>
          <p:nvPr>
            <p:ph type="title"/>
          </p:nvPr>
        </p:nvSpPr>
        <p:spPr/>
        <p:txBody>
          <a:bodyPr/>
          <a:lstStyle/>
          <a:p>
            <a:r>
              <a:rPr lang="vi-VN" dirty="0"/>
              <a:t>2. Method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767C5B6-7E38-E114-CF3D-17F417DD0B64}"/>
                  </a:ext>
                </a:extLst>
              </p:cNvPr>
              <p:cNvSpPr>
                <a:spLocks noGrp="1"/>
              </p:cNvSpPr>
              <p:nvPr>
                <p:ph idx="1"/>
              </p:nvPr>
            </p:nvSpPr>
            <p:spPr/>
            <p:txBody>
              <a:bodyPr>
                <a:normAutofit/>
              </a:bodyPr>
              <a:lstStyle/>
              <a:p>
                <a:pPr marL="0" indent="0">
                  <a:buNone/>
                </a:pPr>
                <a:r>
                  <a:rPr lang="vi-VN" sz="2000" b="1" dirty="0"/>
                  <a:t>Structural Instruction Tuning: </a:t>
                </a:r>
                <a:r>
                  <a:rPr lang="vi-VN" sz="2000" dirty="0"/>
                  <a:t>Graph Instruction Design</a:t>
                </a:r>
                <a:endParaRPr lang="vi-VN" sz="2000" b="1" dirty="0"/>
              </a:p>
              <a:p>
                <a:r>
                  <a:rPr lang="vi-VN" sz="2000" dirty="0"/>
                  <a:t>Cụ thể khi có một input query (ví dụ: một triple), họ trước tiên convert nó thành một human question </a:t>
                </a:r>
                <a:r>
                  <a:rPr lang="vi-VN" sz="2000" i="1" dirty="0"/>
                  <a:t>Q</a:t>
                </a:r>
              </a:p>
              <a:p>
                <a:r>
                  <a:rPr lang="vi-VN" sz="2000" dirty="0"/>
                  <a:t>Tiếp theo để cung cấp structural context, họ xây dựng query subgraph </a:t>
                </a:r>
                <a14:m>
                  <m:oMath xmlns:m="http://schemas.openxmlformats.org/officeDocument/2006/math">
                    <m:sSub>
                      <m:sSubPr>
                        <m:ctrlPr>
                          <a:rPr lang="ar-AE" sz="2000" i="1" smtClean="0">
                            <a:latin typeface="Cambria Math" panose="02040503050406030204" pitchFamily="18" charset="0"/>
                          </a:rPr>
                        </m:ctrlPr>
                      </m:sSubPr>
                      <m:e>
                        <m:r>
                          <m:rPr>
                            <m:sty m:val="p"/>
                          </m:rPr>
                          <a:rPr lang="vi-VN" sz="2000" i="1">
                            <a:latin typeface="Cambria Math" panose="02040503050406030204" pitchFamily="18" charset="0"/>
                          </a:rPr>
                          <m:t>S</m:t>
                        </m:r>
                      </m:e>
                      <m:sub>
                        <m:r>
                          <m:rPr>
                            <m:sty m:val="p"/>
                          </m:rPr>
                          <a:rPr lang="vi-VN" sz="2000" i="1">
                            <a:latin typeface="Cambria Math" panose="02040503050406030204" pitchFamily="18" charset="0"/>
                          </a:rPr>
                          <m:t>Q</m:t>
                        </m:r>
                      </m:sub>
                    </m:sSub>
                    <m:r>
                      <a:rPr lang="ar-AE" sz="2000" b="0" i="1" smtClean="0">
                        <a:latin typeface="Cambria Math" panose="02040503050406030204" pitchFamily="18" charset="0"/>
                      </a:rPr>
                      <m:t> </m:t>
                    </m:r>
                  </m:oMath>
                </a14:m>
                <a:r>
                  <a:rPr lang="vi-VN" sz="2000" dirty="0"/>
                  <a:t>bằng cách extracting các k-hop neighborhoods xung quanh các anchor entities trong query từ KG</a:t>
                </a:r>
              </a:p>
              <a:p>
                <a:r>
                  <a:rPr lang="vi-VN" sz="2000" dirty="0"/>
                  <a:t>Input prompt cuối cùng được định nghĩa là: X=[I;Q;EMB(SQ​)]</a:t>
                </a:r>
              </a:p>
              <a:p>
                <a:pPr lvl="1"/>
                <a:r>
                  <a:rPr lang="vi-VN" sz="2000" dirty="0"/>
                  <a:t>trong đó</a:t>
                </a:r>
              </a:p>
              <a:p>
                <a:pPr lvl="2"/>
                <a:r>
                  <a:rPr lang="vi-VN" dirty="0"/>
                  <a:t>I đại diện cho system instruction (hướng dẫn hệ thống)</a:t>
                </a:r>
              </a:p>
              <a:p>
                <a:pPr lvl="2"/>
                <a:r>
                  <a:rPr lang="vi-VN" dirty="0"/>
                  <a:t>EMB(⋅) đề cập đến graph embeddings, thu được bằng cách sử dụng method đã giới thiệu trong Section </a:t>
                </a:r>
                <a:r>
                  <a:rPr lang="vi-VN" b="1" dirty="0"/>
                  <a:t>Hierarchical Knowledge Alignment</a:t>
                </a:r>
                <a:r>
                  <a:rPr lang="vi-VN" dirty="0"/>
                  <a:t>. </a:t>
                </a:r>
              </a:p>
              <a:p>
                <a:pPr lvl="2"/>
                <a:r>
                  <a:rPr lang="vi-VN" dirty="0"/>
                  <a:t>Instruction template (Mẫu hướng dẫn) này không chỉ tích hợp hiệu quả cả natural language (ngôn ngữ tự nhiên) và structural information (thông tin cấu trúc), mà còn thống nhất một cách linh hoạt các nhiệm vụ KGC khác nhau.</a:t>
                </a:r>
              </a:p>
            </p:txBody>
          </p:sp>
        </mc:Choice>
        <mc:Fallback>
          <p:sp>
            <p:nvSpPr>
              <p:cNvPr id="3" name="Content Placeholder 2">
                <a:extLst>
                  <a:ext uri="{FF2B5EF4-FFF2-40B4-BE49-F238E27FC236}">
                    <a16:creationId xmlns:a16="http://schemas.microsoft.com/office/drawing/2014/main" id="{4767C5B6-7E38-E114-CF3D-17F417DD0B64}"/>
                  </a:ext>
                </a:extLst>
              </p:cNvPr>
              <p:cNvSpPr>
                <a:spLocks noGrp="1" noRot="1" noChangeAspect="1" noMove="1" noResize="1" noEditPoints="1" noAdjustHandles="1" noChangeArrowheads="1" noChangeShapeType="1" noTextEdit="1"/>
              </p:cNvSpPr>
              <p:nvPr>
                <p:ph idx="1"/>
              </p:nvPr>
            </p:nvSpPr>
            <p:spPr>
              <a:blipFill>
                <a:blip r:embed="rId2"/>
                <a:stretch>
                  <a:fillRect l="-638" t="-1261" r="-696" b="-1681"/>
                </a:stretch>
              </a:blipFill>
            </p:spPr>
            <p:txBody>
              <a:bodyPr/>
              <a:lstStyle/>
              <a:p>
                <a:r>
                  <a:rPr lang="vi-VN">
                    <a:noFill/>
                  </a:rPr>
                  <a:t> </a:t>
                </a:r>
              </a:p>
            </p:txBody>
          </p:sp>
        </mc:Fallback>
      </mc:AlternateContent>
    </p:spTree>
    <p:extLst>
      <p:ext uri="{BB962C8B-B14F-4D97-AF65-F5344CB8AC3E}">
        <p14:creationId xmlns:p14="http://schemas.microsoft.com/office/powerpoint/2010/main" val="547154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62F89-A11F-800D-0BA6-E30839B436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E14B3-436C-B6C0-C9CF-CA0CB4D3A64F}"/>
              </a:ext>
            </a:extLst>
          </p:cNvPr>
          <p:cNvSpPr>
            <a:spLocks noGrp="1"/>
          </p:cNvSpPr>
          <p:nvPr>
            <p:ph type="title"/>
          </p:nvPr>
        </p:nvSpPr>
        <p:spPr/>
        <p:txBody>
          <a:bodyPr/>
          <a:lstStyle/>
          <a:p>
            <a:r>
              <a:rPr lang="vi-VN" dirty="0"/>
              <a:t>2. Method</a:t>
            </a:r>
          </a:p>
        </p:txBody>
      </p:sp>
      <p:sp>
        <p:nvSpPr>
          <p:cNvPr id="3" name="Content Placeholder 2">
            <a:extLst>
              <a:ext uri="{FF2B5EF4-FFF2-40B4-BE49-F238E27FC236}">
                <a16:creationId xmlns:a16="http://schemas.microsoft.com/office/drawing/2014/main" id="{E7D9BD14-1CD9-3D4C-E16E-55AB380DDCA5}"/>
              </a:ext>
            </a:extLst>
          </p:cNvPr>
          <p:cNvSpPr>
            <a:spLocks noGrp="1"/>
          </p:cNvSpPr>
          <p:nvPr>
            <p:ph idx="1"/>
          </p:nvPr>
        </p:nvSpPr>
        <p:spPr/>
        <p:txBody>
          <a:bodyPr>
            <a:normAutofit lnSpcReduction="10000"/>
          </a:bodyPr>
          <a:lstStyle/>
          <a:p>
            <a:pPr marL="0" indent="0">
              <a:buNone/>
            </a:pPr>
            <a:r>
              <a:rPr lang="vi-VN" sz="2000" b="1" dirty="0"/>
              <a:t>Structural Instruction Tuning</a:t>
            </a:r>
            <a:r>
              <a:rPr lang="vi-VN" sz="2000" dirty="0"/>
              <a:t>: Lightweight Tuning Strategy</a:t>
            </a:r>
          </a:p>
          <a:p>
            <a:r>
              <a:rPr lang="vi-VN" sz="2000" dirty="0"/>
              <a:t>Để optimize quá trình fine-tuning một cách hiệu quả, chúng tôi giới thiệu một lightweight tuning strategy kết hợp một graph encoder (bộ mã hóa đồ thị) và một knowledge adapter (bộ điều hợp tri thức)</a:t>
            </a:r>
          </a:p>
          <a:p>
            <a:r>
              <a:rPr lang="vi-VN" sz="2000" dirty="0"/>
              <a:t>Graph encoder được sử dụng để encode structural knowledge từ KG, trong khi adapter được thiết kế để accommodate (phù hợp với) các nhiệm vụ KGC khác nhau. </a:t>
            </a:r>
          </a:p>
          <a:p>
            <a:r>
              <a:rPr lang="vi-VN" sz="2000" dirty="0"/>
              <a:t>Trong quá trình training, chúng tôi freeze các parameters của LLM </a:t>
            </a:r>
            <a:r>
              <a:rPr lang="vi-VN" sz="2000" b="1" dirty="0"/>
              <a:t>M</a:t>
            </a:r>
            <a:r>
              <a:rPr lang="vi-VN" sz="2000" dirty="0"/>
              <a:t> và graph encoder </a:t>
            </a:r>
            <a:r>
              <a:rPr lang="vi-VN" sz="2000" b="1" dirty="0"/>
              <a:t>GE</a:t>
            </a:r>
            <a:r>
              <a:rPr lang="vi-VN" sz="2000" dirty="0"/>
              <a:t>, chỉ focusing solely on optimizing (tập trung duy nhất vào việc tối ưu hóa) các adapter’s parameters (tham số của bộ điều hợp). </a:t>
            </a:r>
          </a:p>
          <a:p>
            <a:r>
              <a:rPr lang="vi-VN" sz="2000" dirty="0"/>
              <a:t>Sau khi được trained, LLM được kỳ vọng sẽ generalize (tổng quát hóa) trên các nhiệm vụ khác nhau. </a:t>
            </a:r>
          </a:p>
          <a:p>
            <a:r>
              <a:rPr lang="vi-VN" sz="2000" dirty="0"/>
              <a:t>Trong thực tế adapter có thể được implemented như một simple projection layer</a:t>
            </a:r>
          </a:p>
          <a:p>
            <a:r>
              <a:rPr lang="vi-VN" sz="2000" dirty="0"/>
              <a:t>Graph encoder GE được pre-trained như mô tả trong Section </a:t>
            </a:r>
            <a:r>
              <a:rPr lang="vi-VN" sz="2000" b="1" dirty="0"/>
              <a:t>Hierarchical Knowledge Alignment</a:t>
            </a:r>
            <a:r>
              <a:rPr lang="vi-VN" sz="2000" dirty="0"/>
              <a:t>.</a:t>
            </a:r>
          </a:p>
        </p:txBody>
      </p:sp>
    </p:spTree>
    <p:extLst>
      <p:ext uri="{BB962C8B-B14F-4D97-AF65-F5344CB8AC3E}">
        <p14:creationId xmlns:p14="http://schemas.microsoft.com/office/powerpoint/2010/main" val="20645335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6CA4B-9B06-5EFC-8196-CB1D1AA695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67921-AF7A-E468-C779-AEC38BEA64AA}"/>
              </a:ext>
            </a:extLst>
          </p:cNvPr>
          <p:cNvSpPr>
            <a:spLocks noGrp="1"/>
          </p:cNvSpPr>
          <p:nvPr>
            <p:ph type="title"/>
          </p:nvPr>
        </p:nvSpPr>
        <p:spPr/>
        <p:txBody>
          <a:bodyPr/>
          <a:lstStyle/>
          <a:p>
            <a:r>
              <a:rPr lang="vi-VN" dirty="0"/>
              <a:t>2. Method</a:t>
            </a:r>
          </a:p>
        </p:txBody>
      </p:sp>
      <p:sp>
        <p:nvSpPr>
          <p:cNvPr id="3" name="Content Placeholder 2">
            <a:extLst>
              <a:ext uri="{FF2B5EF4-FFF2-40B4-BE49-F238E27FC236}">
                <a16:creationId xmlns:a16="http://schemas.microsoft.com/office/drawing/2014/main" id="{956D18E2-49E4-0B31-6F01-EF2487592E09}"/>
              </a:ext>
            </a:extLst>
          </p:cNvPr>
          <p:cNvSpPr>
            <a:spLocks noGrp="1"/>
          </p:cNvSpPr>
          <p:nvPr>
            <p:ph idx="1"/>
          </p:nvPr>
        </p:nvSpPr>
        <p:spPr>
          <a:xfrm>
            <a:off x="993058" y="1465006"/>
            <a:ext cx="10360742" cy="5742039"/>
          </a:xfrm>
        </p:spPr>
        <p:txBody>
          <a:bodyPr>
            <a:noAutofit/>
          </a:bodyPr>
          <a:lstStyle/>
          <a:p>
            <a:pPr marL="0" indent="0">
              <a:buNone/>
            </a:pPr>
            <a:r>
              <a:rPr lang="vi-VN" sz="2000" b="1" dirty="0"/>
              <a:t>Structural Instruction Tuning</a:t>
            </a:r>
            <a:r>
              <a:rPr lang="vi-VN" sz="2000" dirty="0"/>
              <a:t>: Lightweight Tuning Strategy</a:t>
            </a:r>
          </a:p>
          <a:p>
            <a:r>
              <a:rPr lang="vi-VN" sz="2000" dirty="0"/>
              <a:t>Nói chung, fine-tuning objective (mục tiêu tinh chỉnh) là maximize the model’s likelihood (tối đa hóa khả năng) của mô hình trong việc generating target response (phản hồi mục tiêu) Y, được conditioned on (điều kiện hóa trên) prompt instruction (hướng dẫn lời nhắc) X, như sau:</a:t>
            </a:r>
          </a:p>
          <a:p>
            <a:pPr marL="0" indent="0">
              <a:buNone/>
            </a:pPr>
            <a:endParaRPr lang="vi-VN" sz="2000" dirty="0"/>
          </a:p>
          <a:p>
            <a:pPr lvl="1"/>
            <a:r>
              <a:rPr lang="vi-VN" sz="1800" dirty="0"/>
              <a:t>Trong đó:</a:t>
            </a:r>
          </a:p>
          <a:p>
            <a:pPr lvl="2"/>
            <a:r>
              <a:rPr lang="en-US" sz="1800" i="1" dirty="0"/>
              <a:t>L_SIT</a:t>
            </a:r>
            <a:r>
              <a:rPr lang="en-US" sz="1800" dirty="0"/>
              <a:t>​ (Loss for Structural Instruction Tuning)</a:t>
            </a:r>
          </a:p>
          <a:p>
            <a:pPr lvl="2"/>
            <a:r>
              <a:rPr lang="vi-VN" sz="1800" dirty="0"/>
              <a:t>(X,Y): Đại diện cho toàn bộ training dataset</a:t>
            </a:r>
          </a:p>
          <a:p>
            <a:pPr lvl="3"/>
            <a:r>
              <a:rPr lang="vi-VN" sz="1600" dirty="0"/>
              <a:t>X là tập hợp các prompt instructions, Y là tập hợp các target responses</a:t>
            </a:r>
            <a:endParaRPr lang="en-US" sz="1600" dirty="0"/>
          </a:p>
          <a:p>
            <a:pPr lvl="2"/>
            <a:r>
              <a:rPr lang="en-US" sz="1800" i="1" dirty="0"/>
              <a:t>P_M</a:t>
            </a:r>
            <a:r>
              <a:rPr lang="en-US" sz="1800" dirty="0"/>
              <a:t>​(</a:t>
            </a:r>
            <a:r>
              <a:rPr lang="en-US" sz="1800" i="1" dirty="0"/>
              <a:t>Y</a:t>
            </a:r>
            <a:r>
              <a:rPr lang="en-US" sz="1800" dirty="0"/>
              <a:t>∣</a:t>
            </a:r>
            <a:r>
              <a:rPr lang="en-US" sz="1800" i="1" dirty="0"/>
              <a:t>X</a:t>
            </a:r>
            <a:r>
              <a:rPr lang="en-US" sz="1800" dirty="0"/>
              <a:t>) (Likelihood of Target Response): </a:t>
            </a:r>
            <a:r>
              <a:rPr lang="vi-VN" sz="1800" dirty="0"/>
              <a:t>khả năng (likelihood) hay xác suất mà Mô hình Ngôn ngữ Lớn (</a:t>
            </a:r>
            <a:r>
              <a:rPr lang="vi-VN" sz="1800" i="1" dirty="0"/>
              <a:t>M</a:t>
            </a:r>
            <a:r>
              <a:rPr lang="vi-VN" sz="1800" dirty="0"/>
              <a:t>) tạo ra target response (</a:t>
            </a:r>
            <a:r>
              <a:rPr lang="vi-VN" sz="1800" i="1" dirty="0"/>
              <a:t>Y</a:t>
            </a:r>
            <a:r>
              <a:rPr lang="vi-VN" sz="1800" dirty="0"/>
              <a:t>), với điều kiện là đã nhận được prompt instruction (</a:t>
            </a:r>
            <a:r>
              <a:rPr lang="vi-VN" sz="1800" i="1" dirty="0"/>
              <a:t>X</a:t>
            </a:r>
            <a:r>
              <a:rPr lang="vi-VN" sz="1800" dirty="0"/>
              <a:t>)</a:t>
            </a:r>
          </a:p>
          <a:p>
            <a:pPr lvl="2"/>
            <a:r>
              <a:rPr lang="es-ES" sz="1800" i="1" dirty="0"/>
              <a:t>E</a:t>
            </a:r>
            <a:r>
              <a:rPr lang="es-ES" sz="1800" dirty="0"/>
              <a:t>(</a:t>
            </a:r>
            <a:r>
              <a:rPr lang="es-ES" sz="1800" i="1" dirty="0"/>
              <a:t>X</a:t>
            </a:r>
            <a:r>
              <a:rPr lang="es-ES" sz="1800" dirty="0"/>
              <a:t>,</a:t>
            </a:r>
            <a:r>
              <a:rPr lang="es-ES" sz="1800" i="1" dirty="0"/>
              <a:t>Y</a:t>
            </a:r>
            <a:r>
              <a:rPr lang="es-ES" sz="1800" dirty="0"/>
              <a:t>) ∈ (X,Y)​: </a:t>
            </a:r>
            <a:r>
              <a:rPr lang="vi-VN" sz="1800" dirty="0"/>
              <a:t>giá trị kỳ vọng của hàm lỗi −logP_</a:t>
            </a:r>
            <a:r>
              <a:rPr lang="vi-VN" sz="1800" i="1" dirty="0"/>
              <a:t>M</a:t>
            </a:r>
            <a:r>
              <a:rPr lang="vi-VN" sz="1800" dirty="0"/>
              <a:t>​(</a:t>
            </a:r>
            <a:r>
              <a:rPr lang="vi-VN" sz="1800" i="1" dirty="0"/>
              <a:t>Y</a:t>
            </a:r>
            <a:r>
              <a:rPr lang="vi-VN" sz="1800" dirty="0"/>
              <a:t>∣</a:t>
            </a:r>
            <a:r>
              <a:rPr lang="vi-VN" sz="1800" i="1" dirty="0"/>
              <a:t>X</a:t>
            </a:r>
            <a:r>
              <a:rPr lang="vi-VN" sz="1800" dirty="0"/>
              <a:t>) được tính trên tất cả các cặp huấn luyện (X,Y) trong batch hiện tại.</a:t>
            </a:r>
          </a:p>
          <a:p>
            <a:pPr lvl="2"/>
            <a:r>
              <a:rPr lang="vi-VN" sz="1800" dirty="0"/>
              <a:t>Việc tính trung bình (tính kỳ vọng) này đảm bảo rằng quá trình tối ưu hóa (tối thiểu hóa </a:t>
            </a:r>
            <a:r>
              <a:rPr lang="vi-VN" sz="1800" i="1" dirty="0"/>
              <a:t>L_SIT</a:t>
            </a:r>
            <a:r>
              <a:rPr lang="vi-VN" sz="1800" dirty="0"/>
              <a:t>​) là đại diện cho toàn bộ tập dữ liệu chứ không chỉ là lỗi của một vài mẫu đơn lẻ.</a:t>
            </a:r>
          </a:p>
          <a:p>
            <a:pPr lvl="2"/>
            <a:endParaRPr lang="en-US" dirty="0"/>
          </a:p>
          <a:p>
            <a:pPr marL="914400" lvl="2" indent="0">
              <a:buNone/>
            </a:pPr>
            <a:br>
              <a:rPr lang="es-ES" dirty="0"/>
            </a:br>
            <a:endParaRPr lang="vi-VN" dirty="0"/>
          </a:p>
        </p:txBody>
      </p:sp>
      <p:pic>
        <p:nvPicPr>
          <p:cNvPr id="6" name="Picture 5">
            <a:extLst>
              <a:ext uri="{FF2B5EF4-FFF2-40B4-BE49-F238E27FC236}">
                <a16:creationId xmlns:a16="http://schemas.microsoft.com/office/drawing/2014/main" id="{44497B50-B3A9-B5B9-2D30-80E2B674BDFA}"/>
              </a:ext>
            </a:extLst>
          </p:cNvPr>
          <p:cNvPicPr>
            <a:picLocks noChangeAspect="1"/>
          </p:cNvPicPr>
          <p:nvPr/>
        </p:nvPicPr>
        <p:blipFill>
          <a:blip r:embed="rId2"/>
          <a:stretch>
            <a:fillRect/>
          </a:stretch>
        </p:blipFill>
        <p:spPr>
          <a:xfrm>
            <a:off x="3622638" y="2865673"/>
            <a:ext cx="5418669" cy="563327"/>
          </a:xfrm>
          <a:prstGeom prst="rect">
            <a:avLst/>
          </a:prstGeom>
        </p:spPr>
      </p:pic>
    </p:spTree>
    <p:extLst>
      <p:ext uri="{BB962C8B-B14F-4D97-AF65-F5344CB8AC3E}">
        <p14:creationId xmlns:p14="http://schemas.microsoft.com/office/powerpoint/2010/main" val="1703424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8255E-8C78-F9F1-A0C7-3F0C47AB58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8D9BC4-4F6F-5A29-63F1-DCA49FA87E10}"/>
              </a:ext>
            </a:extLst>
          </p:cNvPr>
          <p:cNvSpPr>
            <a:spLocks noGrp="1"/>
          </p:cNvSpPr>
          <p:nvPr>
            <p:ph type="title"/>
          </p:nvPr>
        </p:nvSpPr>
        <p:spPr/>
        <p:txBody>
          <a:bodyPr/>
          <a:lstStyle/>
          <a:p>
            <a:r>
              <a:rPr lang="vi-VN" dirty="0"/>
              <a:t>2. Method</a:t>
            </a:r>
          </a:p>
        </p:txBody>
      </p:sp>
      <p:pic>
        <p:nvPicPr>
          <p:cNvPr id="4" name="Content Placeholder 3">
            <a:extLst>
              <a:ext uri="{FF2B5EF4-FFF2-40B4-BE49-F238E27FC236}">
                <a16:creationId xmlns:a16="http://schemas.microsoft.com/office/drawing/2014/main" id="{64CD9904-8BE5-35A6-C2A6-F28355D6B7E3}"/>
              </a:ext>
            </a:extLst>
          </p:cNvPr>
          <p:cNvPicPr>
            <a:picLocks noGrp="1" noChangeAspect="1"/>
          </p:cNvPicPr>
          <p:nvPr>
            <p:ph idx="1"/>
          </p:nvPr>
        </p:nvPicPr>
        <p:blipFill>
          <a:blip r:embed="rId2"/>
          <a:stretch>
            <a:fillRect/>
          </a:stretch>
        </p:blipFill>
        <p:spPr>
          <a:xfrm>
            <a:off x="989166" y="1543666"/>
            <a:ext cx="10213667" cy="4830970"/>
          </a:xfrm>
          <a:prstGeom prst="rect">
            <a:avLst/>
          </a:prstGeom>
        </p:spPr>
      </p:pic>
    </p:spTree>
    <p:extLst>
      <p:ext uri="{BB962C8B-B14F-4D97-AF65-F5344CB8AC3E}">
        <p14:creationId xmlns:p14="http://schemas.microsoft.com/office/powerpoint/2010/main" val="21819594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A1E16-4B62-F579-E534-89779CDC11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77BA7D-1DE9-8C3F-D38A-D23BB39747A9}"/>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E36CDFCF-0689-2918-AF45-5A09A2FD15A4}"/>
              </a:ext>
            </a:extLst>
          </p:cNvPr>
          <p:cNvSpPr>
            <a:spLocks noGrp="1"/>
          </p:cNvSpPr>
          <p:nvPr>
            <p:ph idx="1"/>
          </p:nvPr>
        </p:nvSpPr>
        <p:spPr/>
        <p:txBody>
          <a:bodyPr>
            <a:normAutofit/>
          </a:bodyPr>
          <a:lstStyle/>
          <a:p>
            <a:pPr marL="0" indent="0">
              <a:buNone/>
            </a:pPr>
            <a:r>
              <a:rPr lang="vi-VN" sz="2000" b="1" dirty="0"/>
              <a:t>Experimental Settings</a:t>
            </a:r>
          </a:p>
          <a:p>
            <a:r>
              <a:rPr lang="vi-VN" sz="2000" dirty="0"/>
              <a:t>Đánh giá SAT trên 2 KGC task: Triple Classification và Link Prediction</a:t>
            </a:r>
          </a:p>
          <a:p>
            <a:r>
              <a:rPr lang="vi-VN" sz="2000" dirty="0"/>
              <a:t>Dataset:</a:t>
            </a:r>
          </a:p>
          <a:p>
            <a:pPr lvl="1"/>
            <a:r>
              <a:rPr lang="vi-VN" sz="2000" dirty="0"/>
              <a:t>Small + hard:</a:t>
            </a:r>
          </a:p>
          <a:p>
            <a:pPr lvl="2"/>
            <a:r>
              <a:rPr lang="vi-VN" dirty="0"/>
              <a:t>FB15k-237N: là phiên bản cải tiến của FB15k-237</a:t>
            </a:r>
          </a:p>
          <a:p>
            <a:pPr lvl="3"/>
            <a:r>
              <a:rPr lang="vi-VN" sz="2000" dirty="0"/>
              <a:t>Loại bỏ </a:t>
            </a:r>
            <a:r>
              <a:rPr lang="vi-VN" sz="2000" i="1" dirty="0"/>
              <a:t>mediator nodes</a:t>
            </a:r>
            <a:r>
              <a:rPr lang="vi-VN" sz="2000" dirty="0"/>
              <a:t> → dữ liệu sạch và rõ nghĩa hơn</a:t>
            </a:r>
          </a:p>
          <a:p>
            <a:pPr lvl="3"/>
            <a:r>
              <a:rPr lang="vi-VN" sz="2000" dirty="0"/>
              <a:t>Thêm loại quan hệ mới dạng “Cartesian Product Relation (CPR)” -&gt; cho phép diễn tả nhiều sự kiện logic phức tạp hơn -&gt; mô hình phải học hiểu “quy tắc” thay vì chỉ ghi nhớ</a:t>
            </a:r>
          </a:p>
          <a:p>
            <a:pPr lvl="3"/>
            <a:r>
              <a:rPr lang="vi-VN" sz="2000" dirty="0"/>
              <a:t>Tạo hard negative triples → bài kiểm tra mô hình khó hơn</a:t>
            </a:r>
          </a:p>
          <a:p>
            <a:pPr lvl="2"/>
            <a:r>
              <a:rPr lang="vi-VN" dirty="0"/>
              <a:t>CoDeX-S: Đây là một KG bách khoa được trích xuất từ Wikidata</a:t>
            </a:r>
            <a:endParaRPr lang="vi-VN" sz="2200" dirty="0"/>
          </a:p>
        </p:txBody>
      </p:sp>
    </p:spTree>
    <p:extLst>
      <p:ext uri="{BB962C8B-B14F-4D97-AF65-F5344CB8AC3E}">
        <p14:creationId xmlns:p14="http://schemas.microsoft.com/office/powerpoint/2010/main" val="20939755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827B7-F6E1-DB80-E27E-40E2F027C9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A329C-72FA-4CFF-A034-47653702F5E2}"/>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64AC3449-9EAA-7682-1ED5-01E9052071F1}"/>
              </a:ext>
            </a:extLst>
          </p:cNvPr>
          <p:cNvSpPr>
            <a:spLocks noGrp="1"/>
          </p:cNvSpPr>
          <p:nvPr>
            <p:ph idx="1"/>
          </p:nvPr>
        </p:nvSpPr>
        <p:spPr/>
        <p:txBody>
          <a:bodyPr>
            <a:normAutofit/>
          </a:bodyPr>
          <a:lstStyle/>
          <a:p>
            <a:pPr marL="0" indent="0">
              <a:buNone/>
            </a:pPr>
            <a:r>
              <a:rPr lang="vi-VN" sz="2000" b="1" dirty="0"/>
              <a:t>Experimental Settings</a:t>
            </a:r>
          </a:p>
          <a:p>
            <a:r>
              <a:rPr lang="vi-VN" sz="2000" dirty="0"/>
              <a:t>Đánh giá SAT trên 2 KGC task: Triple Classification và Link Prediction</a:t>
            </a:r>
          </a:p>
          <a:p>
            <a:r>
              <a:rPr lang="vi-VN" sz="2000" dirty="0"/>
              <a:t>Dataset:</a:t>
            </a:r>
          </a:p>
          <a:p>
            <a:pPr lvl="1"/>
            <a:r>
              <a:rPr lang="vi-VN" sz="2000" dirty="0"/>
              <a:t>Large and sparse:</a:t>
            </a:r>
          </a:p>
          <a:p>
            <a:pPr lvl="2"/>
            <a:r>
              <a:rPr lang="vi-VN" dirty="0"/>
              <a:t>FB15k-237: Là một tập con của FB15k, đã loại bỏ các quan hệ nghịch đảo.</a:t>
            </a:r>
          </a:p>
          <a:p>
            <a:pPr lvl="2"/>
            <a:r>
              <a:rPr lang="vi-VN" dirty="0"/>
              <a:t>YAGO3-10: Là một tập con của YAGO, một cơ sở tri thức lớn</a:t>
            </a:r>
          </a:p>
          <a:p>
            <a:pPr lvl="2"/>
            <a:endParaRPr lang="vi-VN" dirty="0"/>
          </a:p>
        </p:txBody>
      </p:sp>
    </p:spTree>
    <p:extLst>
      <p:ext uri="{BB962C8B-B14F-4D97-AF65-F5344CB8AC3E}">
        <p14:creationId xmlns:p14="http://schemas.microsoft.com/office/powerpoint/2010/main" val="37473857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63577-FC17-C7EE-FB84-CEC6F22745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D5AB1F-7E06-C8A7-34C6-A491A4083A7B}"/>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FA1251B5-D4BC-0077-3C72-D57A30BF5C24}"/>
              </a:ext>
            </a:extLst>
          </p:cNvPr>
          <p:cNvSpPr>
            <a:spLocks noGrp="1"/>
          </p:cNvSpPr>
          <p:nvPr>
            <p:ph idx="1"/>
          </p:nvPr>
        </p:nvSpPr>
        <p:spPr/>
        <p:txBody>
          <a:bodyPr>
            <a:normAutofit/>
          </a:bodyPr>
          <a:lstStyle/>
          <a:p>
            <a:pPr marL="0" indent="0">
              <a:buNone/>
            </a:pPr>
            <a:r>
              <a:rPr lang="vi-VN" sz="2000" b="1" dirty="0"/>
              <a:t>Experimental Settings</a:t>
            </a:r>
          </a:p>
          <a:p>
            <a:r>
              <a:rPr lang="vi-VN" sz="2000" dirty="0"/>
              <a:t>Đánh giá SAT trên 2 KGC task: Triple Classification và Link Prediction</a:t>
            </a:r>
          </a:p>
          <a:p>
            <a:r>
              <a:rPr lang="vi-VN" sz="2000" dirty="0"/>
              <a:t>Dataset: (train, valid, test biểu thị số lượng triple)</a:t>
            </a:r>
          </a:p>
          <a:p>
            <a:endParaRPr lang="vi-VN" sz="2000" dirty="0"/>
          </a:p>
          <a:p>
            <a:pPr marL="914400" lvl="2" indent="0">
              <a:buNone/>
            </a:pPr>
            <a:endParaRPr lang="vi-VN" dirty="0"/>
          </a:p>
        </p:txBody>
      </p:sp>
      <p:pic>
        <p:nvPicPr>
          <p:cNvPr id="5" name="Picture 4">
            <a:extLst>
              <a:ext uri="{FF2B5EF4-FFF2-40B4-BE49-F238E27FC236}">
                <a16:creationId xmlns:a16="http://schemas.microsoft.com/office/drawing/2014/main" id="{79593325-128A-8A37-7E9B-033B65F78ECD}"/>
              </a:ext>
            </a:extLst>
          </p:cNvPr>
          <p:cNvPicPr>
            <a:picLocks noChangeAspect="1"/>
          </p:cNvPicPr>
          <p:nvPr/>
        </p:nvPicPr>
        <p:blipFill>
          <a:blip r:embed="rId2"/>
          <a:stretch>
            <a:fillRect/>
          </a:stretch>
        </p:blipFill>
        <p:spPr>
          <a:xfrm>
            <a:off x="2851348" y="3323361"/>
            <a:ext cx="6489304" cy="2853602"/>
          </a:xfrm>
          <a:prstGeom prst="rect">
            <a:avLst/>
          </a:prstGeom>
        </p:spPr>
      </p:pic>
    </p:spTree>
    <p:extLst>
      <p:ext uri="{BB962C8B-B14F-4D97-AF65-F5344CB8AC3E}">
        <p14:creationId xmlns:p14="http://schemas.microsoft.com/office/powerpoint/2010/main" val="32562867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4FB43-D46E-EA48-590D-E057FF278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E395FD-2182-42B6-D5BC-897412AB51FD}"/>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39AE20B8-67FF-3F86-89B1-F7131BFAF057}"/>
              </a:ext>
            </a:extLst>
          </p:cNvPr>
          <p:cNvSpPr>
            <a:spLocks noGrp="1"/>
          </p:cNvSpPr>
          <p:nvPr>
            <p:ph idx="1"/>
          </p:nvPr>
        </p:nvSpPr>
        <p:spPr/>
        <p:txBody>
          <a:bodyPr>
            <a:normAutofit/>
          </a:bodyPr>
          <a:lstStyle/>
          <a:p>
            <a:pPr marL="0" indent="0">
              <a:buNone/>
            </a:pPr>
            <a:r>
              <a:rPr lang="vi-VN" sz="2000" b="1" dirty="0"/>
              <a:t>Experimental Settings</a:t>
            </a:r>
          </a:p>
          <a:p>
            <a:r>
              <a:rPr lang="vi-VN" sz="2000" dirty="0"/>
              <a:t>Baseline:</a:t>
            </a:r>
          </a:p>
          <a:p>
            <a:pPr lvl="1"/>
            <a:r>
              <a:rPr lang="vi-VN" sz="2000" dirty="0"/>
              <a:t>Traditional KGC methods:</a:t>
            </a:r>
          </a:p>
          <a:p>
            <a:pPr lvl="2"/>
            <a:r>
              <a:rPr lang="en-US" dirty="0"/>
              <a:t>Embedding-based: TransE, </a:t>
            </a:r>
            <a:r>
              <a:rPr lang="en-US" dirty="0" err="1"/>
              <a:t>ComplEx</a:t>
            </a:r>
            <a:r>
              <a:rPr lang="en-US" dirty="0"/>
              <a:t>, </a:t>
            </a:r>
            <a:r>
              <a:rPr lang="en-US" dirty="0" err="1"/>
              <a:t>ConvE</a:t>
            </a:r>
            <a:r>
              <a:rPr lang="en-US" dirty="0"/>
              <a:t>, </a:t>
            </a:r>
            <a:r>
              <a:rPr lang="en-US" dirty="0" err="1"/>
              <a:t>RotatE</a:t>
            </a:r>
            <a:r>
              <a:rPr lang="en-US" dirty="0"/>
              <a:t>, </a:t>
            </a:r>
            <a:r>
              <a:rPr lang="en-US" dirty="0" err="1"/>
              <a:t>và</a:t>
            </a:r>
            <a:r>
              <a:rPr lang="en-US" dirty="0"/>
              <a:t> </a:t>
            </a:r>
            <a:r>
              <a:rPr lang="en-US" dirty="0" err="1"/>
              <a:t>QuatE</a:t>
            </a:r>
            <a:endParaRPr lang="vi-VN" dirty="0"/>
          </a:p>
          <a:p>
            <a:pPr lvl="2"/>
            <a:r>
              <a:rPr lang="vi-VN" dirty="0"/>
              <a:t>GNN-based: CompGCN và RED-GNN</a:t>
            </a:r>
          </a:p>
          <a:p>
            <a:pPr lvl="2"/>
            <a:r>
              <a:rPr lang="en-US" dirty="0"/>
              <a:t>Transformer-based: PKGC, SimKGC, </a:t>
            </a:r>
            <a:r>
              <a:rPr lang="en-US" dirty="0" err="1"/>
              <a:t>và</a:t>
            </a:r>
            <a:r>
              <a:rPr lang="en-US" dirty="0"/>
              <a:t> KG-S2S</a:t>
            </a:r>
            <a:endParaRPr lang="vi-VN" dirty="0"/>
          </a:p>
          <a:p>
            <a:pPr lvl="1"/>
            <a:r>
              <a:rPr lang="vi-VN" sz="2000" dirty="0"/>
              <a:t>LLM-enhanced KGC methods:</a:t>
            </a:r>
          </a:p>
          <a:p>
            <a:pPr lvl="2"/>
            <a:r>
              <a:rPr lang="vi-VN" dirty="0"/>
              <a:t>Text-based: KG-LLaMA, KERMIT, MPIKGC, GS-KGC, và KG-FIT.</a:t>
            </a:r>
          </a:p>
          <a:p>
            <a:pPr lvl="2"/>
            <a:r>
              <a:rPr lang="vi-VN" dirty="0"/>
              <a:t>Embedding-based: CSProm-KG, Structural-aware IT, và KoPA</a:t>
            </a:r>
          </a:p>
        </p:txBody>
      </p:sp>
    </p:spTree>
    <p:extLst>
      <p:ext uri="{BB962C8B-B14F-4D97-AF65-F5344CB8AC3E}">
        <p14:creationId xmlns:p14="http://schemas.microsoft.com/office/powerpoint/2010/main" val="32292961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BCF46-1B8C-4242-1860-E18A83A1D8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535642-E687-FB88-A8F0-0619B8230A8D}"/>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1FF69902-7D22-04A5-D49A-AFE68A697392}"/>
              </a:ext>
            </a:extLst>
          </p:cNvPr>
          <p:cNvSpPr>
            <a:spLocks noGrp="1"/>
          </p:cNvSpPr>
          <p:nvPr>
            <p:ph idx="1"/>
          </p:nvPr>
        </p:nvSpPr>
        <p:spPr/>
        <p:txBody>
          <a:bodyPr>
            <a:normAutofit/>
          </a:bodyPr>
          <a:lstStyle/>
          <a:p>
            <a:pPr marL="0" indent="0">
              <a:buNone/>
            </a:pPr>
            <a:r>
              <a:rPr lang="vi-VN" sz="2000" b="1" dirty="0"/>
              <a:t>Evaluation Protocols</a:t>
            </a:r>
          </a:p>
          <a:p>
            <a:r>
              <a:rPr lang="vi-VN" sz="2000" dirty="0"/>
              <a:t>Triple Classification: Accuracy, Precision, Recall, F1-score</a:t>
            </a:r>
          </a:p>
          <a:p>
            <a:r>
              <a:rPr lang="vi-VN" sz="2000" dirty="0"/>
              <a:t>Link Prediction: Hits@1 và MRR</a:t>
            </a:r>
          </a:p>
          <a:p>
            <a:pPr lvl="1"/>
            <a:r>
              <a:rPr lang="vi-VN" sz="2000" dirty="0"/>
              <a:t>Hits@1 đo tỷ lệ các trường hợp câu trả lời được dự đoán đứng top-1 là chính xác.</a:t>
            </a:r>
          </a:p>
          <a:p>
            <a:pPr lvl="1"/>
            <a:r>
              <a:rPr lang="vi-VN" sz="2000" dirty="0"/>
              <a:t>MRR tính toán hạng đối ứng trung bình của các câu trả lời mục tiêu</a:t>
            </a:r>
          </a:p>
        </p:txBody>
      </p:sp>
    </p:spTree>
    <p:extLst>
      <p:ext uri="{BB962C8B-B14F-4D97-AF65-F5344CB8AC3E}">
        <p14:creationId xmlns:p14="http://schemas.microsoft.com/office/powerpoint/2010/main" val="36626285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B9F8AD15-EF1B-A400-CD1B-6413D019C7BD}"/>
              </a:ext>
            </a:extLst>
          </p:cNvPr>
          <p:cNvSpPr>
            <a:spLocks noGrp="1"/>
          </p:cNvSpPr>
          <p:nvPr>
            <p:ph idx="1"/>
          </p:nvPr>
        </p:nvSpPr>
        <p:spPr/>
        <p:txBody>
          <a:bodyPr>
            <a:normAutofit/>
          </a:bodyPr>
          <a:lstStyle/>
          <a:p>
            <a:pPr marL="0" indent="0">
              <a:buNone/>
            </a:pPr>
            <a:r>
              <a:rPr lang="vi-VN" sz="2000" b="1" dirty="0"/>
              <a:t>Evaluation Metrics</a:t>
            </a:r>
          </a:p>
          <a:p>
            <a:r>
              <a:rPr lang="vi-VN" sz="2000" dirty="0"/>
              <a:t>Các metrics đánh giá:</a:t>
            </a:r>
          </a:p>
          <a:p>
            <a:pPr lvl="1"/>
            <a:r>
              <a:rPr lang="vi-VN" sz="2000" dirty="0"/>
              <a:t>Mean Reciprocal Rank (MRR): Là trung bình của nghịch đảo thứ hạng đúng trên toàn bộ các test triple</a:t>
            </a:r>
          </a:p>
          <a:p>
            <a:pPr lvl="2"/>
            <a:r>
              <a:rPr lang="vi-VN" dirty="0"/>
              <a:t>Trong đó:</a:t>
            </a:r>
          </a:p>
          <a:p>
            <a:pPr lvl="3"/>
            <a:r>
              <a:rPr lang="vi-VN" dirty="0"/>
              <a:t>N: tổng số triple</a:t>
            </a:r>
          </a:p>
          <a:p>
            <a:pPr lvl="3"/>
            <a:r>
              <a:rPr lang="vi-VN" dirty="0"/>
              <a:t>Rank_i: thứ hạng của entity đúng (được mô hình xếp hạng ở vị trí thứ mấy) trong triple thứ i</a:t>
            </a:r>
          </a:p>
          <a:p>
            <a:pPr lvl="2"/>
            <a:r>
              <a:rPr lang="vi-VN" dirty="0"/>
              <a:t>Ý nghĩa: MRR phản ánh trung bình độ chính xác của thứ hạng, càng cao càng tốt.</a:t>
            </a:r>
          </a:p>
          <a:p>
            <a:pPr lvl="2"/>
            <a:endParaRPr lang="vi-VN" dirty="0"/>
          </a:p>
          <a:p>
            <a:pPr lvl="1"/>
            <a:endParaRPr lang="vi-VN" sz="2000" dirty="0"/>
          </a:p>
          <a:p>
            <a:pPr lvl="1"/>
            <a:endParaRPr lang="vi-VN" sz="2000" dirty="0"/>
          </a:p>
          <a:p>
            <a:pPr lvl="1"/>
            <a:endParaRPr lang="vi-VN" sz="2000" dirty="0"/>
          </a:p>
        </p:txBody>
      </p:sp>
      <p:pic>
        <p:nvPicPr>
          <p:cNvPr id="5" name="Picture 4">
            <a:extLst>
              <a:ext uri="{FF2B5EF4-FFF2-40B4-BE49-F238E27FC236}">
                <a16:creationId xmlns:a16="http://schemas.microsoft.com/office/drawing/2014/main" id="{195BDB3A-BE2C-0AC2-F942-13B222A8A83E}"/>
              </a:ext>
            </a:extLst>
          </p:cNvPr>
          <p:cNvPicPr>
            <a:picLocks noChangeAspect="1"/>
          </p:cNvPicPr>
          <p:nvPr/>
        </p:nvPicPr>
        <p:blipFill>
          <a:blip r:embed="rId2"/>
          <a:stretch>
            <a:fillRect/>
          </a:stretch>
        </p:blipFill>
        <p:spPr>
          <a:xfrm>
            <a:off x="7156923" y="667543"/>
            <a:ext cx="4017686" cy="1325563"/>
          </a:xfrm>
          <a:prstGeom prst="rect">
            <a:avLst/>
          </a:prstGeom>
        </p:spPr>
      </p:pic>
    </p:spTree>
    <p:extLst>
      <p:ext uri="{BB962C8B-B14F-4D97-AF65-F5344CB8AC3E}">
        <p14:creationId xmlns:p14="http://schemas.microsoft.com/office/powerpoint/2010/main" val="27270474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B9F8AD15-EF1B-A400-CD1B-6413D019C7BD}"/>
              </a:ext>
            </a:extLst>
          </p:cNvPr>
          <p:cNvSpPr>
            <a:spLocks noGrp="1"/>
          </p:cNvSpPr>
          <p:nvPr>
            <p:ph idx="1"/>
          </p:nvPr>
        </p:nvSpPr>
        <p:spPr/>
        <p:txBody>
          <a:bodyPr>
            <a:normAutofit/>
          </a:bodyPr>
          <a:lstStyle/>
          <a:p>
            <a:pPr marL="0" indent="0">
              <a:buNone/>
            </a:pPr>
            <a:r>
              <a:rPr lang="vi-VN" sz="2000" b="1" dirty="0"/>
              <a:t>Evaluation Metrics</a:t>
            </a:r>
          </a:p>
          <a:p>
            <a:r>
              <a:rPr lang="vi-VN" sz="2000" dirty="0"/>
              <a:t>Các metrics đánh giá:</a:t>
            </a:r>
          </a:p>
          <a:p>
            <a:pPr lvl="1"/>
            <a:r>
              <a:rPr lang="vi-VN" sz="2000" dirty="0"/>
              <a:t>Hits@k (H@k): Là tỷ lệ phần trăm số lần mô hình đoán đúng nằm trong top-k kết quả đầu tiên</a:t>
            </a:r>
          </a:p>
          <a:p>
            <a:pPr lvl="2"/>
            <a:r>
              <a:rPr lang="vi-VN" dirty="0"/>
              <a:t>Trong đó:</a:t>
            </a:r>
          </a:p>
          <a:p>
            <a:pPr lvl="3"/>
            <a:r>
              <a:rPr lang="vi-VN" sz="2000" dirty="0"/>
              <a:t>K: ngưỡng để đánh giá</a:t>
            </a:r>
          </a:p>
          <a:p>
            <a:pPr lvl="3"/>
            <a:r>
              <a:rPr lang="vi-VN" sz="2000" dirty="0"/>
              <a:t>#{triple có rank≤k}: Số lượng triple mà entity đúng nằm trong top-k kết quả đầu tiên</a:t>
            </a:r>
          </a:p>
          <a:p>
            <a:pPr lvl="2"/>
            <a:r>
              <a:rPr lang="vi-VN" dirty="0"/>
              <a:t>Ý nghĩa: Hits@k cho biết mô hình đoán đúng bao nhiêu phần trăm khi chỉ xét top-k kết quả đầu tiên.</a:t>
            </a:r>
          </a:p>
          <a:p>
            <a:pPr lvl="2"/>
            <a:r>
              <a:rPr lang="vi-VN" dirty="0"/>
              <a:t>Ở đây họ sử dụng k ∈ {1,3,10}</a:t>
            </a:r>
          </a:p>
          <a:p>
            <a:pPr lvl="2"/>
            <a:endParaRPr lang="vi-VN" dirty="0"/>
          </a:p>
          <a:p>
            <a:pPr lvl="1"/>
            <a:endParaRPr lang="vi-VN" sz="2000" dirty="0"/>
          </a:p>
        </p:txBody>
      </p:sp>
      <p:pic>
        <p:nvPicPr>
          <p:cNvPr id="7" name="Picture 6">
            <a:extLst>
              <a:ext uri="{FF2B5EF4-FFF2-40B4-BE49-F238E27FC236}">
                <a16:creationId xmlns:a16="http://schemas.microsoft.com/office/drawing/2014/main" id="{044A1C4F-CDA6-3D6B-20D0-791AAAE1DEC1}"/>
              </a:ext>
            </a:extLst>
          </p:cNvPr>
          <p:cNvPicPr>
            <a:picLocks noChangeAspect="1"/>
          </p:cNvPicPr>
          <p:nvPr/>
        </p:nvPicPr>
        <p:blipFill>
          <a:blip r:embed="rId2"/>
          <a:stretch>
            <a:fillRect/>
          </a:stretch>
        </p:blipFill>
        <p:spPr>
          <a:xfrm>
            <a:off x="6667499" y="516334"/>
            <a:ext cx="4334971" cy="1174354"/>
          </a:xfrm>
          <a:prstGeom prst="rect">
            <a:avLst/>
          </a:prstGeom>
        </p:spPr>
      </p:pic>
    </p:spTree>
    <p:extLst>
      <p:ext uri="{BB962C8B-B14F-4D97-AF65-F5344CB8AC3E}">
        <p14:creationId xmlns:p14="http://schemas.microsoft.com/office/powerpoint/2010/main" val="38186074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B83FB-599E-548D-7C84-ABB980A889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076948-04B8-2260-BCD7-1C03EB1E0D3B}"/>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3A9C89AF-49AF-AA88-DA22-973C41F0B274}"/>
              </a:ext>
            </a:extLst>
          </p:cNvPr>
          <p:cNvSpPr>
            <a:spLocks noGrp="1"/>
          </p:cNvSpPr>
          <p:nvPr>
            <p:ph idx="1"/>
          </p:nvPr>
        </p:nvSpPr>
        <p:spPr/>
        <p:txBody>
          <a:bodyPr>
            <a:noAutofit/>
          </a:bodyPr>
          <a:lstStyle/>
          <a:p>
            <a:pPr marL="0" indent="0">
              <a:buNone/>
            </a:pPr>
            <a:r>
              <a:rPr lang="vi-VN" sz="2000" b="1" dirty="0"/>
              <a:t>Implementation Details</a:t>
            </a:r>
          </a:p>
          <a:p>
            <a:r>
              <a:rPr lang="vi-VN" sz="2000" dirty="0"/>
              <a:t>LLM Backbone: SAT sử dụng Llama2-Chat-7B</a:t>
            </a:r>
          </a:p>
          <a:p>
            <a:r>
              <a:rPr lang="vi-VN" sz="2000" dirty="0"/>
              <a:t>Sử dụng beam-search để tạo ra top-3 câu trả lời cho mỗi truy vấn</a:t>
            </a:r>
          </a:p>
          <a:p>
            <a:r>
              <a:rPr lang="vi-VN" sz="2000" b="1" dirty="0"/>
              <a:t>Hierarchical Knowledge Alignment:</a:t>
            </a:r>
          </a:p>
          <a:p>
            <a:pPr lvl="1"/>
            <a:r>
              <a:rPr lang="vi-VN" sz="2000" dirty="0"/>
              <a:t>Thứ tự Huấn luyện HKA: Căn chỉnh cục bộ (Local alignment) được huấn luyện trước, sau đó là căn chỉnh toàn cục (global alignment).</a:t>
            </a:r>
            <a:endParaRPr lang="en-US" sz="2000" dirty="0"/>
          </a:p>
          <a:p>
            <a:pPr lvl="1"/>
            <a:r>
              <a:rPr lang="en-US" sz="2000" dirty="0"/>
              <a:t>learning rate: 1e-4, the dropout rate: 0.1, Adam optimizer, 3 epoch</a:t>
            </a:r>
          </a:p>
          <a:p>
            <a:pPr lvl="1"/>
            <a:r>
              <a:rPr lang="vi-VN" sz="2000" dirty="0"/>
              <a:t>Cấu hình Bộ mã hóa (Encoders):</a:t>
            </a:r>
          </a:p>
          <a:p>
            <a:pPr lvl="2"/>
            <a:r>
              <a:rPr lang="vi-VN" dirty="0"/>
              <a:t>Graph Encoder (GE): Sử dụng Graph Transformer.</a:t>
            </a:r>
          </a:p>
          <a:p>
            <a:pPr lvl="2"/>
            <a:r>
              <a:rPr lang="vi-VN" dirty="0"/>
              <a:t>Text Encoder (TE): Sử dụng Vanilla Transformer.</a:t>
            </a:r>
          </a:p>
          <a:p>
            <a:pPr lvl="2"/>
            <a:r>
              <a:rPr lang="vi-VN" dirty="0"/>
              <a:t>Kích thước graph embedding và word embedding dimensions được đặt là 128.</a:t>
            </a:r>
          </a:p>
          <a:p>
            <a:pPr lvl="2"/>
            <a:r>
              <a:rPr lang="vi-VN" dirty="0"/>
              <a:t>Độ dài chuỗi văn bản tối đa input được giới hạn là 256 tokens.</a:t>
            </a:r>
          </a:p>
          <a:p>
            <a:endParaRPr lang="vi-VN" sz="2000" dirty="0"/>
          </a:p>
        </p:txBody>
      </p:sp>
    </p:spTree>
    <p:extLst>
      <p:ext uri="{BB962C8B-B14F-4D97-AF65-F5344CB8AC3E}">
        <p14:creationId xmlns:p14="http://schemas.microsoft.com/office/powerpoint/2010/main" val="34649033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FA2BA-F272-350C-5B41-C6A9872AC9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BD125C-5EE8-0470-3518-CB5D56ED6B4C}"/>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E7F55E44-EF70-AD01-3137-EB1DF7DE020E}"/>
              </a:ext>
            </a:extLst>
          </p:cNvPr>
          <p:cNvSpPr>
            <a:spLocks noGrp="1"/>
          </p:cNvSpPr>
          <p:nvPr>
            <p:ph idx="1"/>
          </p:nvPr>
        </p:nvSpPr>
        <p:spPr/>
        <p:txBody>
          <a:bodyPr>
            <a:normAutofit/>
          </a:bodyPr>
          <a:lstStyle/>
          <a:p>
            <a:pPr marL="0" indent="0">
              <a:buNone/>
            </a:pPr>
            <a:r>
              <a:rPr lang="vi-VN" sz="2000" b="1" dirty="0"/>
              <a:t>Implementation Details</a:t>
            </a:r>
          </a:p>
          <a:p>
            <a:pPr marL="0" indent="0">
              <a:buNone/>
            </a:pPr>
            <a:r>
              <a:rPr lang="vi-VN" sz="2000" b="1" dirty="0"/>
              <a:t>Structural Instruction Tuning</a:t>
            </a:r>
            <a:r>
              <a:rPr lang="vi-VN" sz="2000" dirty="0"/>
              <a:t>: Lightweight Tuning Strategy</a:t>
            </a:r>
          </a:p>
          <a:p>
            <a:pPr lvl="1"/>
            <a:r>
              <a:rPr lang="vi-VN" sz="2000" dirty="0"/>
              <a:t>Frozen Parameters: LLM, GE</a:t>
            </a:r>
          </a:p>
          <a:p>
            <a:pPr lvl="2"/>
            <a:r>
              <a:rPr lang="vi-VN" dirty="0"/>
              <a:t>Chỉ có các tham số của Knowledge Adapter được tinh chỉnh</a:t>
            </a:r>
          </a:p>
          <a:p>
            <a:pPr lvl="2"/>
            <a:r>
              <a:rPr lang="vi-VN" dirty="0"/>
              <a:t>Adapter được triển khai dưới dạng two-layer feed-forward neural network</a:t>
            </a:r>
          </a:p>
          <a:p>
            <a:pPr lvl="2"/>
            <a:r>
              <a:rPr lang="en-US" dirty="0"/>
              <a:t>Lr: 2e-3,  Batch size: 2, </a:t>
            </a:r>
            <a:r>
              <a:rPr lang="vi-VN" dirty="0"/>
              <a:t>Warmup ratio</a:t>
            </a:r>
            <a:r>
              <a:rPr lang="en-US" dirty="0"/>
              <a:t>: 3e-2</a:t>
            </a:r>
            <a:endParaRPr lang="vi-VN" dirty="0"/>
          </a:p>
          <a:p>
            <a:pPr lvl="1"/>
            <a:r>
              <a:rPr lang="vi-VN" sz="2000" dirty="0"/>
              <a:t>Subgraph truy vấn được xây dựng bằng cách lấy vùng lân cận 2-hop.</a:t>
            </a:r>
          </a:p>
          <a:p>
            <a:pPr lvl="1"/>
            <a:r>
              <a:rPr lang="vi-VN" sz="2000" dirty="0"/>
              <a:t>Độ dài Đầu vào (Input Length): Độ dài đầu vào tối đa cho LLM được giới hạn ở 2048 tokens.</a:t>
            </a:r>
          </a:p>
          <a:p>
            <a:pPr lvl="1"/>
            <a:r>
              <a:rPr lang="vi-VN" sz="2000" dirty="0"/>
              <a:t>Môi trường: Mô hình được thực hiện trong Pytorch và huấn luyện trên hai GPU Nvidia A800.</a:t>
            </a:r>
          </a:p>
        </p:txBody>
      </p:sp>
    </p:spTree>
    <p:extLst>
      <p:ext uri="{BB962C8B-B14F-4D97-AF65-F5344CB8AC3E}">
        <p14:creationId xmlns:p14="http://schemas.microsoft.com/office/powerpoint/2010/main" val="29250892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32EDF-8DC9-BF1F-19BE-91E3AE7754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39A8AB-FFA7-3590-C243-10788D79B602}"/>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646D10AF-A067-9736-1F3C-C1C4EB9D21B2}"/>
              </a:ext>
            </a:extLst>
          </p:cNvPr>
          <p:cNvSpPr>
            <a:spLocks noGrp="1"/>
          </p:cNvSpPr>
          <p:nvPr>
            <p:ph idx="1"/>
          </p:nvPr>
        </p:nvSpPr>
        <p:spPr>
          <a:xfrm>
            <a:off x="838200" y="5889522"/>
            <a:ext cx="10515600" cy="737419"/>
          </a:xfrm>
        </p:spPr>
        <p:txBody>
          <a:bodyPr>
            <a:normAutofit/>
          </a:bodyPr>
          <a:lstStyle/>
          <a:p>
            <a:pPr marL="0" indent="0">
              <a:buNone/>
            </a:pPr>
            <a:r>
              <a:rPr lang="vi-VN" sz="2000" dirty="0"/>
              <a:t>nhấn mạnh tầm quan trọng của việc căn chỉnh mã hóa cấu trúc đồ thị với không gian ngôn ngữ tự nhiên để tăng cường sự hiểu biết của LLMs về cấu trúc đồ thị</a:t>
            </a:r>
          </a:p>
        </p:txBody>
      </p:sp>
      <p:pic>
        <p:nvPicPr>
          <p:cNvPr id="5" name="Picture 4">
            <a:extLst>
              <a:ext uri="{FF2B5EF4-FFF2-40B4-BE49-F238E27FC236}">
                <a16:creationId xmlns:a16="http://schemas.microsoft.com/office/drawing/2014/main" id="{ABF06485-21B1-C88E-7F61-DDED0F54B296}"/>
              </a:ext>
            </a:extLst>
          </p:cNvPr>
          <p:cNvPicPr>
            <a:picLocks noChangeAspect="1"/>
          </p:cNvPicPr>
          <p:nvPr/>
        </p:nvPicPr>
        <p:blipFill>
          <a:blip r:embed="rId2"/>
          <a:stretch>
            <a:fillRect/>
          </a:stretch>
        </p:blipFill>
        <p:spPr>
          <a:xfrm>
            <a:off x="1274507" y="1529222"/>
            <a:ext cx="9088693" cy="4280559"/>
          </a:xfrm>
          <a:prstGeom prst="rect">
            <a:avLst/>
          </a:prstGeom>
        </p:spPr>
      </p:pic>
    </p:spTree>
    <p:extLst>
      <p:ext uri="{BB962C8B-B14F-4D97-AF65-F5344CB8AC3E}">
        <p14:creationId xmlns:p14="http://schemas.microsoft.com/office/powerpoint/2010/main" val="5744605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D8B2C-2FC8-8F11-68CE-198F5A683DE2}"/>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03595C20-D25B-BF3F-8689-A72EA8B7BB50}"/>
              </a:ext>
            </a:extLst>
          </p:cNvPr>
          <p:cNvSpPr>
            <a:spLocks noGrp="1"/>
          </p:cNvSpPr>
          <p:nvPr>
            <p:ph idx="1"/>
          </p:nvPr>
        </p:nvSpPr>
        <p:spPr/>
        <p:txBody>
          <a:bodyPr/>
          <a:lstStyle/>
          <a:p>
            <a:endParaRPr lang="vi-VN"/>
          </a:p>
        </p:txBody>
      </p:sp>
      <p:pic>
        <p:nvPicPr>
          <p:cNvPr id="5" name="Picture 4">
            <a:extLst>
              <a:ext uri="{FF2B5EF4-FFF2-40B4-BE49-F238E27FC236}">
                <a16:creationId xmlns:a16="http://schemas.microsoft.com/office/drawing/2014/main" id="{938EE66D-9FE6-6E70-1859-0324F6720D80}"/>
              </a:ext>
            </a:extLst>
          </p:cNvPr>
          <p:cNvPicPr>
            <a:picLocks noChangeAspect="1"/>
          </p:cNvPicPr>
          <p:nvPr/>
        </p:nvPicPr>
        <p:blipFill>
          <a:blip r:embed="rId2"/>
          <a:stretch>
            <a:fillRect/>
          </a:stretch>
        </p:blipFill>
        <p:spPr>
          <a:xfrm>
            <a:off x="0" y="1561694"/>
            <a:ext cx="12192000" cy="4540857"/>
          </a:xfrm>
          <a:prstGeom prst="rect">
            <a:avLst/>
          </a:prstGeom>
        </p:spPr>
      </p:pic>
    </p:spTree>
    <p:extLst>
      <p:ext uri="{BB962C8B-B14F-4D97-AF65-F5344CB8AC3E}">
        <p14:creationId xmlns:p14="http://schemas.microsoft.com/office/powerpoint/2010/main" val="31825413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A7032-AD47-17C4-D809-67F14FD94B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AB1117-02B3-AD85-85F7-9DDC28EEF77E}"/>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D9BD8147-4D95-5975-9E27-3478874162CC}"/>
              </a:ext>
            </a:extLst>
          </p:cNvPr>
          <p:cNvSpPr>
            <a:spLocks noGrp="1"/>
          </p:cNvSpPr>
          <p:nvPr>
            <p:ph idx="1"/>
          </p:nvPr>
        </p:nvSpPr>
        <p:spPr/>
        <p:txBody>
          <a:bodyPr>
            <a:noAutofit/>
          </a:bodyPr>
          <a:lstStyle/>
          <a:p>
            <a:pPr marL="0" indent="0">
              <a:buNone/>
            </a:pPr>
            <a:r>
              <a:rPr lang="vi-VN" sz="2000" dirty="0"/>
              <a:t>Trên FB15k-237, F1-score của PKGC là 0.846, trong khi SAT đạt 0.822.</a:t>
            </a:r>
          </a:p>
          <a:p>
            <a:pPr marL="0" indent="0">
              <a:buNone/>
            </a:pPr>
            <a:r>
              <a:rPr lang="vi-VN" sz="2000" dirty="0"/>
              <a:t>Trên YAGO3-10, F1-score của PKGC là 0.831, trong khi SAT đạt 0.795.</a:t>
            </a:r>
          </a:p>
          <a:p>
            <a:r>
              <a:rPr lang="vi-VN" sz="2000" dirty="0"/>
              <a:t>Khi bổ sung thêm mô tả văn bản (text descriptions) vào hướng dẫn đồ thị (Graph Instruction), F1-score trên bộ dữ liệu CoDeX-S bất ngờ bị giảm.</a:t>
            </a:r>
          </a:p>
          <a:p>
            <a:r>
              <a:rPr lang="vi-VN" sz="2000" dirty="0"/>
              <a:t>Các tác giả suy đoán rằng những mô tả bổ sung này có thể đưa vào thông tin ngoại lai (extraneous information), có khả năng làm loãng sự tập trung vào các thực thể quan trọng.</a:t>
            </a:r>
          </a:p>
          <a:p>
            <a:r>
              <a:rPr lang="vi-VN" sz="2000" dirty="0"/>
              <a:t>Bên cạnh đó, khi chỉ sử dụng tên thực thể (entity names) thay vì các đoạn mô tả đầy đủ (Paragraph), hiệu suất Hits@1 và MRR bị giảm.</a:t>
            </a:r>
          </a:p>
          <a:p>
            <a:pPr lvl="1"/>
            <a:endParaRPr lang="vi-VN" sz="2000" dirty="0"/>
          </a:p>
        </p:txBody>
      </p:sp>
    </p:spTree>
    <p:extLst>
      <p:ext uri="{BB962C8B-B14F-4D97-AF65-F5344CB8AC3E}">
        <p14:creationId xmlns:p14="http://schemas.microsoft.com/office/powerpoint/2010/main" val="33440041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5D86A-741C-FFA1-D9F5-8EE0D6AAB1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3482E1-DCF5-7431-888E-C5A87D847CFE}"/>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8C3777B5-6D34-6332-6A34-4DDE25797125}"/>
              </a:ext>
            </a:extLst>
          </p:cNvPr>
          <p:cNvSpPr>
            <a:spLocks noGrp="1"/>
          </p:cNvSpPr>
          <p:nvPr>
            <p:ph idx="1"/>
          </p:nvPr>
        </p:nvSpPr>
        <p:spPr/>
        <p:txBody>
          <a:bodyPr>
            <a:normAutofit/>
          </a:bodyPr>
          <a:lstStyle/>
          <a:p>
            <a:r>
              <a:rPr lang="vi-VN" sz="2000" dirty="0"/>
              <a:t>Các tác giả cho rằng những thành tựu đáng kể này đến từ hai yếu tố cốt lõi của khung SAT:</a:t>
            </a:r>
          </a:p>
          <a:p>
            <a:pPr lvl="1"/>
            <a:r>
              <a:rPr lang="vi-VN" sz="2000" dirty="0"/>
              <a:t>Mô hình khắc phục khoảng cách giữa cấu trúc đồ thị và thông tin văn bản thông qua Căn chỉnh Tri thức Phân cấp (Hierarchical Knowledge Alignment).</a:t>
            </a:r>
          </a:p>
          <a:p>
            <a:pPr lvl="1"/>
            <a:r>
              <a:rPr lang="vi-VN" sz="2000" dirty="0"/>
              <a:t>Điều chỉnh Hướng dẫn Cấu trúc (Structural Instruction Tuning) cho phép LLMs hiểu được các cấu trúc tiềm ẩn trong KGs, từ đó nâng cao khả năng suy luận đồ thị của chúng.</a:t>
            </a:r>
          </a:p>
        </p:txBody>
      </p:sp>
    </p:spTree>
    <p:extLst>
      <p:ext uri="{BB962C8B-B14F-4D97-AF65-F5344CB8AC3E}">
        <p14:creationId xmlns:p14="http://schemas.microsoft.com/office/powerpoint/2010/main" val="25714861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2C038-FFB1-16A5-3BEB-73D9F5DC92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8DD4F6-E711-7068-9430-E12BCF912ECD}"/>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282C8706-F796-214A-2AA4-7B0DB86250AD}"/>
              </a:ext>
            </a:extLst>
          </p:cNvPr>
          <p:cNvSpPr>
            <a:spLocks noGrp="1"/>
          </p:cNvSpPr>
          <p:nvPr>
            <p:ph idx="1"/>
          </p:nvPr>
        </p:nvSpPr>
        <p:spPr/>
        <p:txBody>
          <a:bodyPr>
            <a:normAutofit/>
          </a:bodyPr>
          <a:lstStyle/>
          <a:p>
            <a:pPr marL="0" indent="0">
              <a:buNone/>
            </a:pPr>
            <a:r>
              <a:rPr lang="vi-VN" sz="2000" b="1" dirty="0"/>
              <a:t>Ablation Study</a:t>
            </a:r>
          </a:p>
          <a:p>
            <a:pPr marL="0" indent="0">
              <a:buNone/>
            </a:pPr>
            <a:r>
              <a:rPr lang="vi-VN" sz="2000" b="1" dirty="0"/>
              <a:t>Triple classification</a:t>
            </a:r>
          </a:p>
        </p:txBody>
      </p:sp>
      <p:pic>
        <p:nvPicPr>
          <p:cNvPr id="5" name="Picture 4">
            <a:extLst>
              <a:ext uri="{FF2B5EF4-FFF2-40B4-BE49-F238E27FC236}">
                <a16:creationId xmlns:a16="http://schemas.microsoft.com/office/drawing/2014/main" id="{FD8AEB13-298B-BDF0-698F-04ED82F4A347}"/>
              </a:ext>
            </a:extLst>
          </p:cNvPr>
          <p:cNvPicPr>
            <a:picLocks noChangeAspect="1"/>
          </p:cNvPicPr>
          <p:nvPr/>
        </p:nvPicPr>
        <p:blipFill>
          <a:blip r:embed="rId2"/>
          <a:stretch>
            <a:fillRect/>
          </a:stretch>
        </p:blipFill>
        <p:spPr>
          <a:xfrm>
            <a:off x="0" y="2535391"/>
            <a:ext cx="12192000" cy="3957484"/>
          </a:xfrm>
          <a:prstGeom prst="rect">
            <a:avLst/>
          </a:prstGeom>
        </p:spPr>
      </p:pic>
    </p:spTree>
    <p:extLst>
      <p:ext uri="{BB962C8B-B14F-4D97-AF65-F5344CB8AC3E}">
        <p14:creationId xmlns:p14="http://schemas.microsoft.com/office/powerpoint/2010/main" val="25956732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CE07E-774B-798B-5933-4BCE856C6F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089AA5-96C1-C817-652A-A6CEA017A4D7}"/>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461365C4-DE4E-8550-9DC6-11967763C9EC}"/>
              </a:ext>
            </a:extLst>
          </p:cNvPr>
          <p:cNvSpPr>
            <a:spLocks noGrp="1"/>
          </p:cNvSpPr>
          <p:nvPr>
            <p:ph idx="1"/>
          </p:nvPr>
        </p:nvSpPr>
        <p:spPr>
          <a:xfrm>
            <a:off x="838200" y="1825624"/>
            <a:ext cx="10673080" cy="4829175"/>
          </a:xfrm>
        </p:spPr>
        <p:txBody>
          <a:bodyPr>
            <a:normAutofit/>
          </a:bodyPr>
          <a:lstStyle/>
          <a:p>
            <a:pPr marL="0" indent="0">
              <a:buNone/>
            </a:pPr>
            <a:r>
              <a:rPr lang="vi-VN" sz="2000" b="1" dirty="0"/>
              <a:t>Ablation Study</a:t>
            </a:r>
          </a:p>
          <a:p>
            <a:pPr marL="0" indent="0">
              <a:buNone/>
            </a:pPr>
            <a:endParaRPr lang="vi-VN" sz="2000" b="1" dirty="0"/>
          </a:p>
          <a:p>
            <a:pPr marL="0" indent="0">
              <a:buNone/>
            </a:pPr>
            <a:endParaRPr lang="vi-VN" sz="2000" b="1" dirty="0"/>
          </a:p>
          <a:p>
            <a:pPr marL="0" indent="0">
              <a:buNone/>
            </a:pPr>
            <a:endParaRPr lang="vi-VN" sz="2000" b="1" dirty="0"/>
          </a:p>
          <a:p>
            <a:pPr marL="0" indent="0">
              <a:buNone/>
            </a:pPr>
            <a:endParaRPr lang="vi-VN" sz="2000" b="1" dirty="0"/>
          </a:p>
          <a:p>
            <a:r>
              <a:rPr lang="vi-VN" sz="2000" dirty="0"/>
              <a:t>Mô hình không có căn chỉnh cục bộ thể hiện hiệu suất thua kém rõ rệt trên cả hai bộ dữ liệu FB15k-237N và CoDeX-S (Hình 4a). </a:t>
            </a:r>
          </a:p>
          <a:p>
            <a:pPr>
              <a:buFont typeface="Symbol" panose="05050102010706020507" pitchFamily="18" charset="2"/>
              <a:buChar char="Þ"/>
            </a:pPr>
            <a:r>
              <a:rPr lang="vi-VN" sz="2000" dirty="0"/>
              <a:t> làm nổi bật tính hiệu quả của căn chỉnh cấp nút (node-level alignment)</a:t>
            </a:r>
          </a:p>
          <a:p>
            <a:r>
              <a:rPr lang="vi-VN" sz="2000" dirty="0"/>
              <a:t>Khi loại bỏ căn chỉnh toàn cục, mô hình gặp khó khăn trong việc hiểu ngữ nghĩa toàn cục được truyền tải bởi các đồ thị con, dẫn đến suy giảm hiệu suất lớn.</a:t>
            </a:r>
          </a:p>
          <a:p>
            <a:pPr marL="0" indent="0">
              <a:buNone/>
            </a:pPr>
            <a:r>
              <a:rPr lang="vi-VN" sz="2000" dirty="0"/>
              <a:t>=&gt; tầm quan trọng cực kỳ lớn của cả căn chỉnh cục bộ và toàn cục để đạt được kết quả tối ưu</a:t>
            </a:r>
          </a:p>
        </p:txBody>
      </p:sp>
      <p:pic>
        <p:nvPicPr>
          <p:cNvPr id="8" name="Picture 7">
            <a:extLst>
              <a:ext uri="{FF2B5EF4-FFF2-40B4-BE49-F238E27FC236}">
                <a16:creationId xmlns:a16="http://schemas.microsoft.com/office/drawing/2014/main" id="{FA03CFD8-C8D9-8D2B-9A55-0F4CD083AC15}"/>
              </a:ext>
            </a:extLst>
          </p:cNvPr>
          <p:cNvPicPr>
            <a:picLocks noChangeAspect="1"/>
          </p:cNvPicPr>
          <p:nvPr/>
        </p:nvPicPr>
        <p:blipFill>
          <a:blip r:embed="rId2"/>
          <a:stretch>
            <a:fillRect/>
          </a:stretch>
        </p:blipFill>
        <p:spPr>
          <a:xfrm>
            <a:off x="7973531" y="0"/>
            <a:ext cx="4218469" cy="3759200"/>
          </a:xfrm>
          <a:prstGeom prst="rect">
            <a:avLst/>
          </a:prstGeom>
        </p:spPr>
      </p:pic>
    </p:spTree>
    <p:extLst>
      <p:ext uri="{BB962C8B-B14F-4D97-AF65-F5344CB8AC3E}">
        <p14:creationId xmlns:p14="http://schemas.microsoft.com/office/powerpoint/2010/main" val="4975695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F2B0E-642D-27EF-EF6F-CD66FE8236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0B8D01-1718-F6FC-7508-F0D5ED4311CF}"/>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2FABD4FC-37EF-E9E7-BF65-B9956C5957C8}"/>
              </a:ext>
            </a:extLst>
          </p:cNvPr>
          <p:cNvSpPr>
            <a:spLocks noGrp="1"/>
          </p:cNvSpPr>
          <p:nvPr>
            <p:ph idx="1"/>
          </p:nvPr>
        </p:nvSpPr>
        <p:spPr/>
        <p:txBody>
          <a:bodyPr>
            <a:normAutofit/>
          </a:bodyPr>
          <a:lstStyle/>
          <a:p>
            <a:pPr marL="0" indent="0">
              <a:buNone/>
            </a:pPr>
            <a:r>
              <a:rPr lang="vi-VN" sz="2000" b="1" dirty="0"/>
              <a:t>Ablation Study</a:t>
            </a:r>
          </a:p>
          <a:p>
            <a:pPr marL="0" indent="0">
              <a:buNone/>
            </a:pPr>
            <a:endParaRPr lang="vi-VN" sz="2000" dirty="0"/>
          </a:p>
          <a:p>
            <a:pPr marL="0" indent="0">
              <a:buNone/>
            </a:pPr>
            <a:endParaRPr lang="vi-VN" sz="2000" dirty="0"/>
          </a:p>
          <a:p>
            <a:r>
              <a:rPr lang="vi-VN" sz="2000" dirty="0"/>
              <a:t>Base Instruction: Không có thông tin đồ thị.</a:t>
            </a:r>
          </a:p>
          <a:p>
            <a:r>
              <a:rPr lang="vi-VN" sz="2000" dirty="0"/>
              <a:t>Triple Instruction: Có thông tin về một bộ ba đơn lẻ (anchor entities).</a:t>
            </a:r>
          </a:p>
          <a:p>
            <a:r>
              <a:rPr lang="vi-VN" sz="2000" dirty="0"/>
              <a:t>Graph Instruction: Có thông tin về đồ thị con lân cận (subgraph information)</a:t>
            </a:r>
          </a:p>
        </p:txBody>
      </p:sp>
      <p:pic>
        <p:nvPicPr>
          <p:cNvPr id="5" name="Picture 4">
            <a:extLst>
              <a:ext uri="{FF2B5EF4-FFF2-40B4-BE49-F238E27FC236}">
                <a16:creationId xmlns:a16="http://schemas.microsoft.com/office/drawing/2014/main" id="{04924AF1-DD95-60A6-4FB5-25E275C0317C}"/>
              </a:ext>
            </a:extLst>
          </p:cNvPr>
          <p:cNvPicPr>
            <a:picLocks noChangeAspect="1"/>
          </p:cNvPicPr>
          <p:nvPr/>
        </p:nvPicPr>
        <p:blipFill>
          <a:blip r:embed="rId2"/>
          <a:stretch>
            <a:fillRect/>
          </a:stretch>
        </p:blipFill>
        <p:spPr>
          <a:xfrm>
            <a:off x="8727440" y="0"/>
            <a:ext cx="3464560" cy="3041353"/>
          </a:xfrm>
          <a:prstGeom prst="rect">
            <a:avLst/>
          </a:prstGeom>
        </p:spPr>
      </p:pic>
    </p:spTree>
    <p:extLst>
      <p:ext uri="{BB962C8B-B14F-4D97-AF65-F5344CB8AC3E}">
        <p14:creationId xmlns:p14="http://schemas.microsoft.com/office/powerpoint/2010/main" val="30597003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47C6A-378B-9990-BBB6-1C805E1848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8322A6-D097-07DB-E3AC-CAB26D1E3C37}"/>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E7815823-52B1-5389-FBD6-15685D682E30}"/>
              </a:ext>
            </a:extLst>
          </p:cNvPr>
          <p:cNvSpPr>
            <a:spLocks noGrp="1"/>
          </p:cNvSpPr>
          <p:nvPr>
            <p:ph idx="1"/>
          </p:nvPr>
        </p:nvSpPr>
        <p:spPr>
          <a:xfrm>
            <a:off x="717755" y="1825624"/>
            <a:ext cx="10636045" cy="5312595"/>
          </a:xfrm>
        </p:spPr>
        <p:txBody>
          <a:bodyPr>
            <a:normAutofit/>
          </a:bodyPr>
          <a:lstStyle/>
          <a:p>
            <a:pPr marL="0" indent="0">
              <a:buNone/>
            </a:pPr>
            <a:r>
              <a:rPr lang="vi-VN" sz="2000" b="1" dirty="0"/>
              <a:t>Ablation Study</a:t>
            </a:r>
            <a:endParaRPr lang="vi-VN" sz="2000" dirty="0"/>
          </a:p>
          <a:p>
            <a:r>
              <a:rPr lang="vi-VN" sz="2000" dirty="0"/>
              <a:t>Các tác giả đã tìm cách làm phong phú hướng dẫn đồ thị </a:t>
            </a:r>
          </a:p>
          <a:p>
            <a:pPr marL="0" indent="0">
              <a:buNone/>
            </a:pPr>
            <a:r>
              <a:rPr lang="vi-VN" sz="2000" dirty="0"/>
              <a:t>bằng cách kết hợp nhiều tài nguyên bên ngoài như nhúng đồ thị </a:t>
            </a:r>
          </a:p>
          <a:p>
            <a:pPr marL="0" indent="0">
              <a:buNone/>
            </a:pPr>
            <a:r>
              <a:rPr lang="vi-VN" sz="2000" dirty="0"/>
              <a:t>(graph embeddings), tên thực thể (entity names) và mô tả văn bản </a:t>
            </a:r>
          </a:p>
          <a:p>
            <a:pPr marL="0" indent="0">
              <a:buNone/>
            </a:pPr>
            <a:r>
              <a:rPr lang="vi-VN" sz="2000" dirty="0"/>
              <a:t>(text descriptions)</a:t>
            </a:r>
          </a:p>
          <a:p>
            <a:r>
              <a:rPr lang="vi-VN" sz="2000" dirty="0"/>
              <a:t>Embd+Name đạt kết quả tốt nhất.</a:t>
            </a:r>
          </a:p>
          <a:p>
            <a:r>
              <a:rPr lang="vi-VN" sz="2000" dirty="0"/>
              <a:t>Tuy nhiên, khi bổ sung thêm mô tả tương ứng (descriptions), F1-score trên bộ dữ liệu CoDeX-S bất ngờ giảm.</a:t>
            </a:r>
          </a:p>
          <a:p>
            <a:r>
              <a:rPr lang="vi-VN" sz="2000" dirty="0"/>
              <a:t>Các tác giả suy đoán rằng các mô tả bổ sung có thể đưa vào thông tin ngoại lai (extraneous information), có khả năng làm loãng sự tập trung vào các thực thể quan trọng.</a:t>
            </a:r>
          </a:p>
          <a:p>
            <a:r>
              <a:rPr lang="vi-VN" sz="2000" dirty="0"/>
              <a:t>Hiện tượng này cũng cho thấy việc đơn giản nối các mô tả thực thể có thể làm gián đoạn tính nhất quán ngữ nghĩa và tác động tiêu cực đến hiệu suất mô hình.</a:t>
            </a:r>
          </a:p>
        </p:txBody>
      </p:sp>
      <p:pic>
        <p:nvPicPr>
          <p:cNvPr id="5" name="Picture 4">
            <a:extLst>
              <a:ext uri="{FF2B5EF4-FFF2-40B4-BE49-F238E27FC236}">
                <a16:creationId xmlns:a16="http://schemas.microsoft.com/office/drawing/2014/main" id="{E8B80F5C-B152-670F-AC2E-B85A912E3C7D}"/>
              </a:ext>
            </a:extLst>
          </p:cNvPr>
          <p:cNvPicPr>
            <a:picLocks noChangeAspect="1"/>
          </p:cNvPicPr>
          <p:nvPr/>
        </p:nvPicPr>
        <p:blipFill>
          <a:blip r:embed="rId2"/>
          <a:stretch>
            <a:fillRect/>
          </a:stretch>
        </p:blipFill>
        <p:spPr>
          <a:xfrm>
            <a:off x="8701548" y="1"/>
            <a:ext cx="3490451" cy="3041679"/>
          </a:xfrm>
          <a:prstGeom prst="rect">
            <a:avLst/>
          </a:prstGeom>
        </p:spPr>
      </p:pic>
    </p:spTree>
    <p:extLst>
      <p:ext uri="{BB962C8B-B14F-4D97-AF65-F5344CB8AC3E}">
        <p14:creationId xmlns:p14="http://schemas.microsoft.com/office/powerpoint/2010/main" val="25444991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08689-41F2-0D4A-94D1-FBCB9178E2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964318-1202-5DA8-D472-36238171B495}"/>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4505F852-3B34-645F-DF89-7C518F82912E}"/>
              </a:ext>
            </a:extLst>
          </p:cNvPr>
          <p:cNvSpPr>
            <a:spLocks noGrp="1"/>
          </p:cNvSpPr>
          <p:nvPr>
            <p:ph idx="1"/>
          </p:nvPr>
        </p:nvSpPr>
        <p:spPr/>
        <p:txBody>
          <a:bodyPr>
            <a:normAutofit/>
          </a:bodyPr>
          <a:lstStyle/>
          <a:p>
            <a:pPr marL="0" indent="0">
              <a:buNone/>
            </a:pPr>
            <a:r>
              <a:rPr lang="vi-VN" sz="2000" b="1" dirty="0"/>
              <a:t>Ablation Study</a:t>
            </a:r>
          </a:p>
          <a:p>
            <a:r>
              <a:rPr lang="vi-VN" sz="2000" dirty="0"/>
              <a:t> F1-score của mô hình cải thiện nhất quán khi số lượng hop </a:t>
            </a:r>
          </a:p>
          <a:p>
            <a:pPr marL="0" indent="0">
              <a:buNone/>
            </a:pPr>
            <a:r>
              <a:rPr lang="vi-VN" sz="2000" dirty="0"/>
              <a:t>tăng lên.</a:t>
            </a:r>
          </a:p>
          <a:p>
            <a:r>
              <a:rPr lang="vi-VN" sz="2000" dirty="0"/>
              <a:t>Tuy nhiên, khi số lượng hop vượt quá 2, một sự suy giảm </a:t>
            </a:r>
          </a:p>
          <a:p>
            <a:pPr marL="0" indent="0">
              <a:buNone/>
            </a:pPr>
            <a:r>
              <a:rPr lang="vi-VN" sz="2000" dirty="0"/>
              <a:t>hiệu suất đáng chú ý.</a:t>
            </a:r>
          </a:p>
          <a:p>
            <a:r>
              <a:rPr lang="vi-VN" sz="2000" dirty="0"/>
              <a:t>Điều này có thể là do việc bao gồm các nút ở xa hoặc gây nhiễu (distant or noisy nodes).</a:t>
            </a:r>
          </a:p>
          <a:p>
            <a:pPr marL="0" indent="0">
              <a:buNone/>
            </a:pPr>
            <a:r>
              <a:rPr lang="vi-VN" sz="2000" dirty="0"/>
              <a:t>Kết luận: Những phát hiện này chỉ ra sự đánh đổi giữa độ phong phú ngữ cảnh (contextual richness) và nhiễu thông tin (information noise). </a:t>
            </a:r>
          </a:p>
          <a:p>
            <a:pPr marL="0" indent="0">
              <a:buNone/>
            </a:pPr>
            <a:r>
              <a:rPr lang="vi-VN" sz="2000" dirty="0"/>
              <a:t>Do đó, các tác giả đặt số hop là 2 cho việc xây dựng đồ thị con trong tất cả các thí nghiệm tiếp theo.</a:t>
            </a:r>
          </a:p>
        </p:txBody>
      </p:sp>
      <p:pic>
        <p:nvPicPr>
          <p:cNvPr id="5" name="Picture 4">
            <a:extLst>
              <a:ext uri="{FF2B5EF4-FFF2-40B4-BE49-F238E27FC236}">
                <a16:creationId xmlns:a16="http://schemas.microsoft.com/office/drawing/2014/main" id="{719DA17D-56D9-A3A6-F9D8-801907803FE5}"/>
              </a:ext>
            </a:extLst>
          </p:cNvPr>
          <p:cNvPicPr>
            <a:picLocks noChangeAspect="1"/>
          </p:cNvPicPr>
          <p:nvPr/>
        </p:nvPicPr>
        <p:blipFill>
          <a:blip r:embed="rId2"/>
          <a:stretch>
            <a:fillRect/>
          </a:stretch>
        </p:blipFill>
        <p:spPr>
          <a:xfrm>
            <a:off x="8280400" y="0"/>
            <a:ext cx="3911600" cy="3468285"/>
          </a:xfrm>
          <a:prstGeom prst="rect">
            <a:avLst/>
          </a:prstGeom>
        </p:spPr>
      </p:pic>
    </p:spTree>
    <p:extLst>
      <p:ext uri="{BB962C8B-B14F-4D97-AF65-F5344CB8AC3E}">
        <p14:creationId xmlns:p14="http://schemas.microsoft.com/office/powerpoint/2010/main" val="11073826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2C23A-9B93-32C8-99F9-927939F96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630E59-AF0F-7F8B-8FFD-D044BBB8560C}"/>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FBF60420-103C-1A36-0DA3-F2EE88A762EC}"/>
              </a:ext>
            </a:extLst>
          </p:cNvPr>
          <p:cNvSpPr>
            <a:spLocks noGrp="1"/>
          </p:cNvSpPr>
          <p:nvPr>
            <p:ph idx="1"/>
          </p:nvPr>
        </p:nvSpPr>
        <p:spPr/>
        <p:txBody>
          <a:bodyPr>
            <a:normAutofit/>
          </a:bodyPr>
          <a:lstStyle/>
          <a:p>
            <a:pPr marL="0" indent="0">
              <a:buNone/>
            </a:pPr>
            <a:r>
              <a:rPr lang="vi-VN" sz="2000" b="1" dirty="0"/>
              <a:t>Robustness Analysis</a:t>
            </a:r>
          </a:p>
          <a:p>
            <a:r>
              <a:rPr lang="vi-VN" sz="2000" dirty="0"/>
              <a:t>Trong khung SAT, mô hình dựa vào thông tin văn bản bên ngoài (ví dụ: Wikipedia). </a:t>
            </a:r>
          </a:p>
          <a:p>
            <a:r>
              <a:rPr lang="vi-VN" sz="2000" dirty="0"/>
              <a:t>Họ muốn đánh giá độ mạnh mẽ của mô hình dưới điều kiện thông tin văn bản bị hạn chế hoặc chứa nhiễu</a:t>
            </a:r>
          </a:p>
        </p:txBody>
      </p:sp>
    </p:spTree>
    <p:extLst>
      <p:ext uri="{BB962C8B-B14F-4D97-AF65-F5344CB8AC3E}">
        <p14:creationId xmlns:p14="http://schemas.microsoft.com/office/powerpoint/2010/main" val="29540264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7CFA4-33A8-4BCC-B2C2-E316A8F704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66B780-DD04-F5FD-7AB1-900995622624}"/>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B0ECE743-54CF-723D-32F0-4C635A214E86}"/>
              </a:ext>
            </a:extLst>
          </p:cNvPr>
          <p:cNvSpPr>
            <a:spLocks noGrp="1"/>
          </p:cNvSpPr>
          <p:nvPr>
            <p:ph idx="1"/>
          </p:nvPr>
        </p:nvSpPr>
        <p:spPr/>
        <p:txBody>
          <a:bodyPr>
            <a:normAutofit/>
          </a:bodyPr>
          <a:lstStyle/>
          <a:p>
            <a:pPr marL="0" indent="0">
              <a:buNone/>
            </a:pPr>
            <a:r>
              <a:rPr lang="vi-VN" sz="2000" b="1" dirty="0"/>
              <a:t>Robustness Analysis</a:t>
            </a:r>
          </a:p>
        </p:txBody>
      </p:sp>
      <p:pic>
        <p:nvPicPr>
          <p:cNvPr id="5" name="Picture 4">
            <a:extLst>
              <a:ext uri="{FF2B5EF4-FFF2-40B4-BE49-F238E27FC236}">
                <a16:creationId xmlns:a16="http://schemas.microsoft.com/office/drawing/2014/main" id="{97B0817C-DD62-79B5-4681-4DD4684931EF}"/>
              </a:ext>
            </a:extLst>
          </p:cNvPr>
          <p:cNvPicPr>
            <a:picLocks noChangeAspect="1"/>
          </p:cNvPicPr>
          <p:nvPr/>
        </p:nvPicPr>
        <p:blipFill>
          <a:blip r:embed="rId2"/>
          <a:stretch>
            <a:fillRect/>
          </a:stretch>
        </p:blipFill>
        <p:spPr>
          <a:xfrm>
            <a:off x="1952240" y="2656627"/>
            <a:ext cx="8287519" cy="4201373"/>
          </a:xfrm>
          <a:prstGeom prst="rect">
            <a:avLst/>
          </a:prstGeom>
        </p:spPr>
      </p:pic>
    </p:spTree>
    <p:extLst>
      <p:ext uri="{BB962C8B-B14F-4D97-AF65-F5344CB8AC3E}">
        <p14:creationId xmlns:p14="http://schemas.microsoft.com/office/powerpoint/2010/main" val="31406463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15A67-22A4-2CBF-C8F3-37039700A6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E52A46-9878-2861-9BEA-E023CAFA313C}"/>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FC120F58-96E6-4B9E-D2AC-59FD7B20701C}"/>
              </a:ext>
            </a:extLst>
          </p:cNvPr>
          <p:cNvSpPr>
            <a:spLocks noGrp="1"/>
          </p:cNvSpPr>
          <p:nvPr>
            <p:ph idx="1"/>
          </p:nvPr>
        </p:nvSpPr>
        <p:spPr>
          <a:xfrm>
            <a:off x="838200" y="1825624"/>
            <a:ext cx="10515600" cy="5194607"/>
          </a:xfrm>
        </p:spPr>
        <p:txBody>
          <a:bodyPr>
            <a:normAutofit/>
          </a:bodyPr>
          <a:lstStyle/>
          <a:p>
            <a:pPr marL="0" indent="0">
              <a:buNone/>
            </a:pPr>
            <a:r>
              <a:rPr lang="vi-VN" sz="2000" b="1" dirty="0"/>
              <a:t>Robustness Analysis</a:t>
            </a:r>
          </a:p>
          <a:p>
            <a:r>
              <a:rPr lang="vi-VN" sz="2000" dirty="0"/>
              <a:t>Các tác giả chỉ sử dụng tên thực thể (entity names) thay vì các mô tả văn bản đầy đủ.</a:t>
            </a:r>
          </a:p>
          <a:p>
            <a:pPr marL="0" indent="0">
              <a:buNone/>
            </a:pPr>
            <a:r>
              <a:rPr lang="vi-VN" sz="2000" dirty="0"/>
              <a:t>-&gt; Mặc dù bị giảm thông tin ngữ cảnh chi tiết, SAT (khi chỉ sử dụng tên thực thể) vẫn đạt được hiệu suất suy luận cạnh tranh (competitive inference performance).</a:t>
            </a:r>
          </a:p>
          <a:p>
            <a:pPr marL="0" indent="0">
              <a:buNone/>
            </a:pPr>
            <a:r>
              <a:rPr lang="vi-VN" sz="2000" dirty="0"/>
              <a:t>Kết luận: Điều này chứng tỏ khả năng khái quát hóa mạnh mẽ của SAT ngay cả khi thiếu thông tin ngữ cảnh chi tiết.</a:t>
            </a:r>
          </a:p>
          <a:p>
            <a:r>
              <a:rPr lang="vi-VN" sz="2000" dirty="0"/>
              <a:t>Các tác giả mô phỏng các mức độ nhiễu khác nhau trong mô tả thực thể để đánh giá sự ổn định của mô hình.</a:t>
            </a:r>
          </a:p>
          <a:p>
            <a:r>
              <a:rPr lang="vi-VN" sz="2000" dirty="0"/>
              <a:t>Kết quả cho thấy SAT duy trì hiệu suất đáng tin cậy dưới mức nhiễu vừa phải</a:t>
            </a:r>
          </a:p>
          <a:p>
            <a:r>
              <a:rPr lang="vi-VN" sz="2000" dirty="0"/>
              <a:t>Nguyên nhân: Các tác giả cho rằng điều này là nhờ vào cấu trúc đồ thị vốn có (inherent graph structure). </a:t>
            </a:r>
          </a:p>
          <a:p>
            <a:r>
              <a:rPr lang="vi-VN" sz="2000" dirty="0"/>
              <a:t>Các tín hiệu ngữ cảnh từ các thực thể lân cận có thể giảm thiểu tác động của thông tin văn bản sai lệch</a:t>
            </a:r>
          </a:p>
        </p:txBody>
      </p:sp>
    </p:spTree>
    <p:extLst>
      <p:ext uri="{BB962C8B-B14F-4D97-AF65-F5344CB8AC3E}">
        <p14:creationId xmlns:p14="http://schemas.microsoft.com/office/powerpoint/2010/main" val="38024182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A0774-6C2A-41ED-9791-15573C3983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EA7A60-9D19-B1B0-7D65-18864BD4D33A}"/>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3769C845-D2EB-9C22-C292-ADE1949E394C}"/>
              </a:ext>
            </a:extLst>
          </p:cNvPr>
          <p:cNvSpPr>
            <a:spLocks noGrp="1"/>
          </p:cNvSpPr>
          <p:nvPr>
            <p:ph idx="1"/>
          </p:nvPr>
        </p:nvSpPr>
        <p:spPr/>
        <p:txBody>
          <a:bodyPr>
            <a:normAutofit/>
          </a:bodyPr>
          <a:lstStyle/>
          <a:p>
            <a:pPr marL="0" indent="0">
              <a:buNone/>
            </a:pPr>
            <a:r>
              <a:rPr lang="vi-VN" sz="2000" b="1" dirty="0"/>
              <a:t>Efficiency Analysis</a:t>
            </a:r>
          </a:p>
        </p:txBody>
      </p:sp>
      <p:pic>
        <p:nvPicPr>
          <p:cNvPr id="5" name="Picture 4">
            <a:extLst>
              <a:ext uri="{FF2B5EF4-FFF2-40B4-BE49-F238E27FC236}">
                <a16:creationId xmlns:a16="http://schemas.microsoft.com/office/drawing/2014/main" id="{865D69DC-6192-302C-BAD8-42B5E6A5686B}"/>
              </a:ext>
            </a:extLst>
          </p:cNvPr>
          <p:cNvPicPr>
            <a:picLocks noChangeAspect="1"/>
          </p:cNvPicPr>
          <p:nvPr/>
        </p:nvPicPr>
        <p:blipFill>
          <a:blip r:embed="rId2"/>
          <a:stretch>
            <a:fillRect/>
          </a:stretch>
        </p:blipFill>
        <p:spPr>
          <a:xfrm>
            <a:off x="2422415" y="2683352"/>
            <a:ext cx="7347170" cy="3493611"/>
          </a:xfrm>
          <a:prstGeom prst="rect">
            <a:avLst/>
          </a:prstGeom>
        </p:spPr>
      </p:pic>
    </p:spTree>
    <p:extLst>
      <p:ext uri="{BB962C8B-B14F-4D97-AF65-F5344CB8AC3E}">
        <p14:creationId xmlns:p14="http://schemas.microsoft.com/office/powerpoint/2010/main" val="1906202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39B6E-D20E-3EF5-AD2A-AEBEBE5415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3B9158-FE9A-5F8F-AA2C-7FEF0822368B}"/>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4475DBB2-AD58-DC97-EDF2-5C94E90CB0CD}"/>
              </a:ext>
            </a:extLst>
          </p:cNvPr>
          <p:cNvSpPr>
            <a:spLocks noGrp="1"/>
          </p:cNvSpPr>
          <p:nvPr>
            <p:ph idx="1"/>
          </p:nvPr>
        </p:nvSpPr>
        <p:spPr>
          <a:xfrm>
            <a:off x="838200" y="1825625"/>
            <a:ext cx="10515600" cy="6059846"/>
          </a:xfrm>
        </p:spPr>
        <p:txBody>
          <a:bodyPr>
            <a:noAutofit/>
          </a:bodyPr>
          <a:lstStyle/>
          <a:p>
            <a:pPr marL="0" indent="0">
              <a:buNone/>
            </a:pPr>
            <a:r>
              <a:rPr lang="vi-VN" sz="2000" b="1" dirty="0"/>
              <a:t>Efficiency Analysis</a:t>
            </a:r>
          </a:p>
          <a:p>
            <a:r>
              <a:rPr lang="vi-VN" sz="2000" dirty="0"/>
              <a:t>Chi phí Tính toán (Computational Cost)</a:t>
            </a:r>
          </a:p>
          <a:p>
            <a:pPr lvl="1"/>
            <a:r>
              <a:rPr lang="vi-VN" sz="2000" dirty="0"/>
              <a:t>So sánh với PKGC: SAT hiệu quả hơn so với PKGC. </a:t>
            </a:r>
          </a:p>
          <a:p>
            <a:pPr lvl="1"/>
            <a:r>
              <a:rPr lang="vi-VN" sz="2000" dirty="0"/>
              <a:t>Lý do chính là việc sử dụng graph embeddings trong SAT đã giúp giảm độ dài lời nhắc đầu vào (prompt length) một cách hiệu quả.</a:t>
            </a:r>
          </a:p>
          <a:p>
            <a:pPr lvl="1"/>
            <a:r>
              <a:rPr lang="vi-VN" sz="2000" dirty="0"/>
              <a:t>Đánh đổi giữa Hiệu quả và Tính Hiệu suất: Mặc dù các mô hình như SimKGC và HaSa có thời gian tính toán thấp hơn, phương pháp SAT lại đạt được hiệu suất tốt hơn đáng kể (ví dụ: Hits@1 cao hơn). </a:t>
            </a:r>
          </a:p>
          <a:p>
            <a:pPr marL="457200" lvl="1" indent="0">
              <a:buNone/>
            </a:pPr>
            <a:r>
              <a:rPr lang="vi-VN" sz="2000" dirty="0"/>
              <a:t>=&gt; Điều này làm nổi bật sự đánh đổi giữa hiệu quả (efficiency) và tính hiệu suất (effectiveness).</a:t>
            </a:r>
          </a:p>
        </p:txBody>
      </p:sp>
    </p:spTree>
    <p:extLst>
      <p:ext uri="{BB962C8B-B14F-4D97-AF65-F5344CB8AC3E}">
        <p14:creationId xmlns:p14="http://schemas.microsoft.com/office/powerpoint/2010/main" val="31856279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321A9-2FCB-F663-7875-88AABB6C04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04F8AB-AAC9-81EC-7379-15B9DCDFC3F4}"/>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B98491B1-9520-C8BE-6507-66316A4F8D67}"/>
              </a:ext>
            </a:extLst>
          </p:cNvPr>
          <p:cNvSpPr>
            <a:spLocks noGrp="1"/>
          </p:cNvSpPr>
          <p:nvPr>
            <p:ph idx="1"/>
          </p:nvPr>
        </p:nvSpPr>
        <p:spPr>
          <a:xfrm>
            <a:off x="838200" y="1825625"/>
            <a:ext cx="10515600" cy="6059846"/>
          </a:xfrm>
        </p:spPr>
        <p:txBody>
          <a:bodyPr>
            <a:noAutofit/>
          </a:bodyPr>
          <a:lstStyle/>
          <a:p>
            <a:pPr marL="0" indent="0">
              <a:buNone/>
            </a:pPr>
            <a:r>
              <a:rPr lang="vi-VN" sz="2000" b="1" dirty="0"/>
              <a:t>Efficiency Analysis</a:t>
            </a:r>
          </a:p>
          <a:p>
            <a:r>
              <a:rPr lang="vi-VN" sz="2000" dirty="0"/>
              <a:t>Sử dụng Bộ nhớ (Memory Usage)</a:t>
            </a:r>
          </a:p>
          <a:p>
            <a:pPr lvl="1"/>
            <a:r>
              <a:rPr lang="vi-VN" sz="2000" dirty="0"/>
              <a:t>SAT duy trì cùng cấp độ tham số (hàng triệu) như các phương pháp khác.</a:t>
            </a:r>
          </a:p>
          <a:p>
            <a:pPr lvl="1"/>
            <a:r>
              <a:rPr lang="vi-VN" sz="2000" dirty="0"/>
              <a:t>Điều này được quy cho chiến lược tinh chỉnh gọn nhẹ (lightweight fine-tuning strategy) của SAT. Trong chiến lược này, các tham số của Mô hình Ngôn ngữ Lớn (LLM) và Bộ mã hóa Đồ thị (GE) được đóng băng, và chỉ có bộ điều hợp tri thức (knowledge adapter) được cập nhật trong suốt quá trình tinh chỉnh hướng dẫn cấu trúc (SIT).</a:t>
            </a:r>
          </a:p>
          <a:p>
            <a:pPr marL="0" indent="0">
              <a:buNone/>
            </a:pPr>
            <a:r>
              <a:rPr lang="vi-VN" sz="2000" dirty="0"/>
              <a:t>=&gt; Nhìn chung, mô hình SAT thể hiện độ phức tạp về thời gian và không gian có thể chấp nhận được.</a:t>
            </a:r>
          </a:p>
        </p:txBody>
      </p:sp>
    </p:spTree>
    <p:extLst>
      <p:ext uri="{BB962C8B-B14F-4D97-AF65-F5344CB8AC3E}">
        <p14:creationId xmlns:p14="http://schemas.microsoft.com/office/powerpoint/2010/main" val="34934349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2357-CB76-867C-4AED-753CEC886E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F20FA4-2987-7E2C-988A-79A0E1935FBB}"/>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199EA655-CE23-4C2C-32C6-F400B35C854E}"/>
              </a:ext>
            </a:extLst>
          </p:cNvPr>
          <p:cNvSpPr>
            <a:spLocks noGrp="1"/>
          </p:cNvSpPr>
          <p:nvPr>
            <p:ph idx="1"/>
          </p:nvPr>
        </p:nvSpPr>
        <p:spPr/>
        <p:txBody>
          <a:bodyPr>
            <a:normAutofit/>
          </a:bodyPr>
          <a:lstStyle/>
          <a:p>
            <a:pPr marL="0" indent="0">
              <a:buNone/>
            </a:pPr>
            <a:r>
              <a:rPr lang="vi-VN" sz="2000" b="1" dirty="0"/>
              <a:t>Transferability Investigation</a:t>
            </a:r>
          </a:p>
          <a:p>
            <a:endParaRPr lang="vi-VN" sz="2000" b="1" dirty="0"/>
          </a:p>
        </p:txBody>
      </p:sp>
      <p:pic>
        <p:nvPicPr>
          <p:cNvPr id="5" name="Picture 4">
            <a:extLst>
              <a:ext uri="{FF2B5EF4-FFF2-40B4-BE49-F238E27FC236}">
                <a16:creationId xmlns:a16="http://schemas.microsoft.com/office/drawing/2014/main" id="{DFE9EC6A-AFC4-7889-5FEF-389C07560951}"/>
              </a:ext>
            </a:extLst>
          </p:cNvPr>
          <p:cNvPicPr>
            <a:picLocks noChangeAspect="1"/>
          </p:cNvPicPr>
          <p:nvPr/>
        </p:nvPicPr>
        <p:blipFill>
          <a:blip r:embed="rId2"/>
          <a:stretch>
            <a:fillRect/>
          </a:stretch>
        </p:blipFill>
        <p:spPr>
          <a:xfrm>
            <a:off x="2531727" y="2163097"/>
            <a:ext cx="7128546" cy="4694903"/>
          </a:xfrm>
          <a:prstGeom prst="rect">
            <a:avLst/>
          </a:prstGeom>
        </p:spPr>
      </p:pic>
    </p:spTree>
    <p:extLst>
      <p:ext uri="{BB962C8B-B14F-4D97-AF65-F5344CB8AC3E}">
        <p14:creationId xmlns:p14="http://schemas.microsoft.com/office/powerpoint/2010/main" val="39535708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1F438-5382-0E3D-3D08-4FAE3FEBA2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087978-E765-D1D5-FB66-C932A4E01C09}"/>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3D9FD3D2-7789-AF5B-7CFB-AC961BB0BA26}"/>
              </a:ext>
            </a:extLst>
          </p:cNvPr>
          <p:cNvSpPr>
            <a:spLocks noGrp="1"/>
          </p:cNvSpPr>
          <p:nvPr>
            <p:ph idx="1"/>
          </p:nvPr>
        </p:nvSpPr>
        <p:spPr>
          <a:xfrm>
            <a:off x="757084" y="1825625"/>
            <a:ext cx="10596716" cy="4667250"/>
          </a:xfrm>
        </p:spPr>
        <p:txBody>
          <a:bodyPr>
            <a:noAutofit/>
          </a:bodyPr>
          <a:lstStyle/>
          <a:p>
            <a:pPr marL="0" indent="0">
              <a:buNone/>
            </a:pPr>
            <a:r>
              <a:rPr lang="vi-VN" sz="2000" b="1" dirty="0"/>
              <a:t>Transferability Investigation</a:t>
            </a:r>
          </a:p>
          <a:p>
            <a:r>
              <a:rPr lang="vi-VN" sz="2000" dirty="0"/>
              <a:t>Khả năng Chuyển giao trên các LLM (Transferability Across LLMs)</a:t>
            </a:r>
          </a:p>
          <a:p>
            <a:pPr lvl="1"/>
            <a:r>
              <a:rPr lang="vi-VN" sz="2000" dirty="0"/>
              <a:t>Các tác giả đã đánh giá hiệu suất Dự đoán Liên kết trên bốn bộ dữ liệu bằng cách sử dụng các LLM đại diện, bao gồm Vicuna-v1.5-7B, Llama2-7B (mô hình cơ sở của SAT), và Llama3.1-8B.</a:t>
            </a:r>
          </a:p>
          <a:p>
            <a:pPr lvl="1"/>
            <a:r>
              <a:rPr lang="vi-VN" sz="2000" dirty="0"/>
              <a:t>SAT thể hiện hiệu suất đáng chú ý một cách nhất quán trên tất cả các mô hình này.</a:t>
            </a:r>
          </a:p>
          <a:p>
            <a:pPr marL="0" indent="0">
              <a:buNone/>
            </a:pPr>
            <a:r>
              <a:rPr lang="vi-VN" sz="2000" dirty="0"/>
              <a:t>=&gt; Điều này nhấn mạnh tính mạnh mẽ (robustness) và khả năng khái quát hóa (generalizability) của SAT, cho thấy phương pháp này có thể hoạt động hiệu quả khi tích hợp với các LLM khác nhau.</a:t>
            </a:r>
          </a:p>
          <a:p>
            <a:endParaRPr lang="vi-VN" sz="2000" dirty="0"/>
          </a:p>
        </p:txBody>
      </p:sp>
    </p:spTree>
    <p:extLst>
      <p:ext uri="{BB962C8B-B14F-4D97-AF65-F5344CB8AC3E}">
        <p14:creationId xmlns:p14="http://schemas.microsoft.com/office/powerpoint/2010/main" val="5234113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A14ED-3F56-E310-D4F0-C2FE65FB82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4AD2D9-56DC-8A8D-137D-A7DEF58FC2F7}"/>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420E5BCE-141F-BBC3-7FA8-FF0947F739F6}"/>
              </a:ext>
            </a:extLst>
          </p:cNvPr>
          <p:cNvSpPr>
            <a:spLocks noGrp="1"/>
          </p:cNvSpPr>
          <p:nvPr>
            <p:ph idx="1"/>
          </p:nvPr>
        </p:nvSpPr>
        <p:spPr>
          <a:xfrm>
            <a:off x="757084" y="1504335"/>
            <a:ext cx="10596716" cy="4988540"/>
          </a:xfrm>
        </p:spPr>
        <p:txBody>
          <a:bodyPr>
            <a:noAutofit/>
          </a:bodyPr>
          <a:lstStyle/>
          <a:p>
            <a:pPr marL="0" indent="0">
              <a:buNone/>
            </a:pPr>
            <a:r>
              <a:rPr lang="vi-VN" sz="2000" b="1" dirty="0"/>
              <a:t>Transferability Investigation</a:t>
            </a:r>
          </a:p>
          <a:p>
            <a:r>
              <a:rPr lang="vi-VN" sz="2000" dirty="0"/>
              <a:t>Khả năng Chuyển giao Chéo Lĩnh vực (Transferability Across Domains)</a:t>
            </a:r>
          </a:p>
          <a:p>
            <a:pPr lvl="1"/>
            <a:r>
              <a:rPr lang="vi-VN" sz="2000" dirty="0"/>
              <a:t>Các tác giả kiểm tra hiệu suất của mô hình khi được huấn luyện trên một bộ dữ liệu và kiểm tra trên một bộ dữ liệu khác.</a:t>
            </a:r>
          </a:p>
          <a:p>
            <a:pPr lvl="1"/>
            <a:r>
              <a:rPr lang="vi-VN" sz="2000" dirty="0"/>
              <a:t>Kết quả:</a:t>
            </a:r>
          </a:p>
          <a:p>
            <a:pPr lvl="2"/>
            <a:r>
              <a:rPr lang="vi-VN" dirty="0"/>
              <a:t>SAT thể hiện khả năng suy luận đồ thị mạnh mẽ khi được huấn luyện và kiểm tra trên cùng một bộ dữ liệu.</a:t>
            </a:r>
          </a:p>
          <a:p>
            <a:pPr lvl="2"/>
            <a:r>
              <a:rPr lang="vi-VN" dirty="0"/>
              <a:t>Tuy nhiên, hiệu suất của nó suy giảm khi được áp dụng cho các bộ dữ liệu chưa từng được huấn luyện (unseen datasets) mà không cần tinh chỉnh thêm.</a:t>
            </a:r>
          </a:p>
          <a:p>
            <a:pPr lvl="2"/>
            <a:r>
              <a:rPr lang="vi-VN" dirty="0"/>
              <a:t>Đáng chú ý, mô hình được huấn luyện trên FB15k-237N có khả năng chuyển giao tốt hơn sang FB15k-237 so với YAGO3-10.</a:t>
            </a:r>
          </a:p>
          <a:p>
            <a:pPr marL="0" indent="0">
              <a:buNone/>
            </a:pPr>
            <a:r>
              <a:rPr lang="vi-VN" sz="2000" dirty="0"/>
              <a:t>=&gt; Kết luận: Phát hiện này chỉ ra rằng SAT đạt được khả năng chuyển giao cao hơn giữa các lĩnh vực có mối quan hệ gần gũi hơn.</a:t>
            </a:r>
          </a:p>
          <a:p>
            <a:r>
              <a:rPr lang="vi-VN" sz="2000" dirty="0"/>
              <a:t>SAT không chỉ mạnh mẽ với các mô hình LLM khác nhau mà còn có khả năng chuyển giao tốt hơn giữa các tập dữ liệu liên quan về ngữ cảnh, mặc dù nó vẫn cần tinh chỉnh nếu được áp dụng cho các lĩnh vực hoàn toàn mới</a:t>
            </a:r>
          </a:p>
          <a:p>
            <a:endParaRPr lang="vi-VN" sz="2000" dirty="0"/>
          </a:p>
        </p:txBody>
      </p:sp>
    </p:spTree>
    <p:extLst>
      <p:ext uri="{BB962C8B-B14F-4D97-AF65-F5344CB8AC3E}">
        <p14:creationId xmlns:p14="http://schemas.microsoft.com/office/powerpoint/2010/main" val="37653031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5F2C4-1C06-1CCE-CD37-301E6B27F85F}"/>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8F6F117E-7CE7-88BF-D12D-636F85EAE7B5}"/>
              </a:ext>
            </a:extLst>
          </p:cNvPr>
          <p:cNvSpPr>
            <a:spLocks noGrp="1"/>
          </p:cNvSpPr>
          <p:nvPr>
            <p:ph idx="1"/>
          </p:nvPr>
        </p:nvSpPr>
        <p:spPr/>
        <p:txBody>
          <a:bodyPr>
            <a:normAutofit/>
          </a:bodyPr>
          <a:lstStyle/>
          <a:p>
            <a:pPr marL="0" indent="0">
              <a:buNone/>
            </a:pPr>
            <a:r>
              <a:rPr lang="vi-VN" sz="2000" b="1" dirty="0"/>
              <a:t>Representation Visualization</a:t>
            </a:r>
          </a:p>
          <a:p>
            <a:r>
              <a:rPr lang="vi-VN" sz="2000" dirty="0"/>
              <a:t>Visualize các embedding sử dụng t-SNE</a:t>
            </a:r>
          </a:p>
          <a:p>
            <a:pPr lvl="1"/>
            <a:r>
              <a:rPr lang="vi-VN" sz="2000" dirty="0"/>
              <a:t>T-SNE: kỹ thuật giảm chiều dữ liệu phi tuyến tính phổ biến</a:t>
            </a:r>
          </a:p>
          <a:p>
            <a:r>
              <a:rPr lang="vi-VN" sz="2000" dirty="0"/>
              <a:t>Các tác giả sử dụng một tập dữ liệu mẫu bao gồm 1.000 thực thể được chọn lọc qua 4 lớp (4 classes) từ bộ dữ liệu FB15k-237N.</a:t>
            </a:r>
          </a:p>
        </p:txBody>
      </p:sp>
    </p:spTree>
    <p:extLst>
      <p:ext uri="{BB962C8B-B14F-4D97-AF65-F5344CB8AC3E}">
        <p14:creationId xmlns:p14="http://schemas.microsoft.com/office/powerpoint/2010/main" val="2020022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A8A6D-BC11-C8D4-F45C-A89E53DE9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A9DB49-AAAE-11A1-8D2E-1CBA20A3A7CC}"/>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7EFC3EC0-EE78-80C2-7C58-96A84B53DFFF}"/>
              </a:ext>
            </a:extLst>
          </p:cNvPr>
          <p:cNvSpPr>
            <a:spLocks noGrp="1"/>
          </p:cNvSpPr>
          <p:nvPr>
            <p:ph idx="1"/>
          </p:nvPr>
        </p:nvSpPr>
        <p:spPr/>
        <p:txBody>
          <a:bodyPr>
            <a:normAutofit/>
          </a:bodyPr>
          <a:lstStyle/>
          <a:p>
            <a:pPr marL="0" indent="0">
              <a:buNone/>
            </a:pPr>
            <a:r>
              <a:rPr lang="vi-VN" sz="2000" b="1" dirty="0"/>
              <a:t>Representation Visualization</a:t>
            </a:r>
          </a:p>
        </p:txBody>
      </p:sp>
      <p:pic>
        <p:nvPicPr>
          <p:cNvPr id="5" name="Picture 4">
            <a:extLst>
              <a:ext uri="{FF2B5EF4-FFF2-40B4-BE49-F238E27FC236}">
                <a16:creationId xmlns:a16="http://schemas.microsoft.com/office/drawing/2014/main" id="{31B453ED-4206-3B96-E1DC-BD49A4C1DD3F}"/>
              </a:ext>
            </a:extLst>
          </p:cNvPr>
          <p:cNvPicPr>
            <a:picLocks noChangeAspect="1"/>
          </p:cNvPicPr>
          <p:nvPr/>
        </p:nvPicPr>
        <p:blipFill>
          <a:blip r:embed="rId2"/>
          <a:stretch>
            <a:fillRect/>
          </a:stretch>
        </p:blipFill>
        <p:spPr>
          <a:xfrm>
            <a:off x="4557906" y="554107"/>
            <a:ext cx="7634094" cy="6090216"/>
          </a:xfrm>
          <a:prstGeom prst="rect">
            <a:avLst/>
          </a:prstGeom>
        </p:spPr>
      </p:pic>
    </p:spTree>
    <p:extLst>
      <p:ext uri="{BB962C8B-B14F-4D97-AF65-F5344CB8AC3E}">
        <p14:creationId xmlns:p14="http://schemas.microsoft.com/office/powerpoint/2010/main" val="24405506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0A3B8-91E3-0044-D338-4D4336B5FF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4F915A-EB5F-EB84-73F8-B53889CAA39E}"/>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745E6E1D-4336-A8FC-8CE4-6A62566B7113}"/>
              </a:ext>
            </a:extLst>
          </p:cNvPr>
          <p:cNvSpPr>
            <a:spLocks noGrp="1"/>
          </p:cNvSpPr>
          <p:nvPr>
            <p:ph idx="1"/>
          </p:nvPr>
        </p:nvSpPr>
        <p:spPr/>
        <p:txBody>
          <a:bodyPr>
            <a:normAutofit/>
          </a:bodyPr>
          <a:lstStyle/>
          <a:p>
            <a:pPr marL="0" indent="0">
              <a:buNone/>
            </a:pPr>
            <a:r>
              <a:rPr lang="vi-VN" sz="2000" b="1" dirty="0"/>
              <a:t>Representation Visualization</a:t>
            </a:r>
          </a:p>
          <a:p>
            <a:r>
              <a:rPr lang="vi-VN" sz="2000" dirty="0"/>
              <a:t>phương pháp SAT cho thấy class boundaries rõ ràng hơn đối với các thực thể.</a:t>
            </a:r>
          </a:p>
          <a:p>
            <a:r>
              <a:rPr lang="vi-VN" sz="2000" dirty="0"/>
              <a:t>Điều này đặc biệt đúng đối với các lớp như /film/film (film), /location/location (location), và /film/actor (actor).</a:t>
            </a:r>
          </a:p>
          <a:p>
            <a:pPr marL="0" indent="0">
              <a:buNone/>
            </a:pPr>
            <a:r>
              <a:rPr lang="vi-VN" sz="2000" dirty="0"/>
              <a:t>=&gt; Sự phân tách rõ ràng này chứng minh tính ưu việt của các nhúng đồ thị được học bởi mô hình SAT.</a:t>
            </a:r>
          </a:p>
          <a:p>
            <a:r>
              <a:rPr lang="vi-VN" sz="2000" dirty="0"/>
              <a:t>Chất lượng của các embedding này tăng cường thêm khả năng hiểu biết của LLMs về mã hóa cấu trúc đồ thị.</a:t>
            </a:r>
          </a:p>
          <a:p>
            <a:r>
              <a:rPr lang="vi-VN" sz="2000" dirty="0"/>
              <a:t>Có thể khẳng định rằng mô-đun Căn chỉnh Tri thức Phân cấp (HKA) của SAT đã học được các graph embedding chất lượng cao, giúp phân biệt rõ ràng các loại thực thể khác nhau trong không gian embedding.</a:t>
            </a:r>
          </a:p>
        </p:txBody>
      </p:sp>
    </p:spTree>
    <p:extLst>
      <p:ext uri="{BB962C8B-B14F-4D97-AF65-F5344CB8AC3E}">
        <p14:creationId xmlns:p14="http://schemas.microsoft.com/office/powerpoint/2010/main" val="6445254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2D29C-D39A-450F-9737-572584B2FF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FF81A6-EF03-993E-EAE7-2EE9E58DD8B7}"/>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7E679788-42B4-8561-907E-C9235B47C8B6}"/>
              </a:ext>
            </a:extLst>
          </p:cNvPr>
          <p:cNvSpPr>
            <a:spLocks noGrp="1"/>
          </p:cNvSpPr>
          <p:nvPr>
            <p:ph idx="1"/>
          </p:nvPr>
        </p:nvSpPr>
        <p:spPr/>
        <p:txBody>
          <a:bodyPr>
            <a:normAutofit/>
          </a:bodyPr>
          <a:lstStyle/>
          <a:p>
            <a:pPr marL="0" indent="0">
              <a:buNone/>
            </a:pPr>
            <a:r>
              <a:rPr lang="vi-VN" sz="2000" b="1" dirty="0"/>
              <a:t>Case Study - Link prediction</a:t>
            </a:r>
          </a:p>
          <a:p>
            <a:r>
              <a:rPr lang="vi-VN" sz="2000" dirty="0"/>
              <a:t>Q = (h, r, ?) -&gt; dự đoán t còn thiếu</a:t>
            </a:r>
          </a:p>
          <a:p>
            <a:r>
              <a:rPr lang="vi-VN" sz="2000" dirty="0"/>
              <a:t>Cụ thể: (Charles Dickens, influenced_by, ?)</a:t>
            </a:r>
          </a:p>
          <a:p>
            <a:r>
              <a:rPr lang="vi-VN" sz="2000" dirty="0"/>
              <a:t>So sánh 2 phương pháp:</a:t>
            </a:r>
          </a:p>
          <a:p>
            <a:pPr lvl="1"/>
            <a:r>
              <a:rPr lang="vi-VN" sz="2000" dirty="0"/>
              <a:t>text-based instruction</a:t>
            </a:r>
          </a:p>
          <a:p>
            <a:pPr lvl="1"/>
            <a:r>
              <a:rPr lang="vi-VN" sz="2000" dirty="0"/>
              <a:t>embedding-based instruction	</a:t>
            </a:r>
          </a:p>
        </p:txBody>
      </p:sp>
    </p:spTree>
    <p:extLst>
      <p:ext uri="{BB962C8B-B14F-4D97-AF65-F5344CB8AC3E}">
        <p14:creationId xmlns:p14="http://schemas.microsoft.com/office/powerpoint/2010/main" val="25687844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1B513-85ED-A3EA-424F-71F1EC8F00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287899-2EE7-8280-05C9-02D3C55AAC12}"/>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DBB1ADC5-9B42-E5FE-1FFE-0AEB80BA1C9E}"/>
              </a:ext>
            </a:extLst>
          </p:cNvPr>
          <p:cNvSpPr>
            <a:spLocks noGrp="1"/>
          </p:cNvSpPr>
          <p:nvPr>
            <p:ph idx="1"/>
          </p:nvPr>
        </p:nvSpPr>
        <p:spPr/>
        <p:txBody>
          <a:bodyPr>
            <a:noAutofit/>
          </a:bodyPr>
          <a:lstStyle/>
          <a:p>
            <a:pPr marL="0" indent="0">
              <a:buNone/>
            </a:pPr>
            <a:r>
              <a:rPr lang="vi-VN" sz="2000" b="1" dirty="0"/>
              <a:t>Case Study - Link prediction</a:t>
            </a:r>
          </a:p>
          <a:p>
            <a:r>
              <a:rPr lang="vi-VN" sz="2000" dirty="0"/>
              <a:t>Text-based Instruction</a:t>
            </a:r>
          </a:p>
          <a:p>
            <a:pPr lvl="1"/>
            <a:r>
              <a:rPr lang="vi-VN" sz="2000" dirty="0"/>
              <a:t>Sử dụng GPT-4 và làm phẳng đồ thị tri thức thành một chuỗi văn bản để cung cấp ngữ cảnh.</a:t>
            </a:r>
          </a:p>
          <a:p>
            <a:pPr lvl="1"/>
            <a:r>
              <a:rPr lang="vi-VN" sz="2000" dirty="0"/>
              <a:t>Input: Bao gồm câu hỏi và một chuỗi văn bản đại diện cho subgraph</a:t>
            </a:r>
          </a:p>
          <a:p>
            <a:pPr lvl="1"/>
            <a:r>
              <a:rPr lang="vi-VN" sz="2000" dirty="0"/>
              <a:t>ví dụ: (Charles Dickens, profession, Author), (Paul Auster, influenced_by, Charles Dickens), (Leo Tolstoy, influenced_by, Charles Dickens), (Paul Auster, influenced_by, William Shakespeare).</a:t>
            </a:r>
          </a:p>
          <a:p>
            <a:pPr lvl="1"/>
            <a:r>
              <a:rPr lang="vi-VN" sz="2000" dirty="0"/>
              <a:t>Output của GPT-4: Paul Auster và Leo Tolstoy</a:t>
            </a:r>
          </a:p>
          <a:p>
            <a:r>
              <a:rPr lang="vi-VN" sz="2000" dirty="0"/>
              <a:t>Phân tích: GPT-4 đưa ra câu trả lời sai. </a:t>
            </a:r>
          </a:p>
          <a:p>
            <a:pPr lvl="1"/>
            <a:r>
              <a:rPr lang="vi-VN" sz="2000" dirty="0"/>
              <a:t>Các tác giả cho rằng điều này có thể là do các triple gây hiểu lầm trong instruction, chẳng hạn như những triple chỉ ra rằng Paul Auster và Leo Tolstoy bị Charles Dickens ảnh hưởng. </a:t>
            </a:r>
          </a:p>
          <a:p>
            <a:pPr marL="0" indent="0">
              <a:buNone/>
            </a:pPr>
            <a:endParaRPr lang="vi-VN" sz="2000" dirty="0"/>
          </a:p>
        </p:txBody>
      </p:sp>
    </p:spTree>
    <p:extLst>
      <p:ext uri="{BB962C8B-B14F-4D97-AF65-F5344CB8AC3E}">
        <p14:creationId xmlns:p14="http://schemas.microsoft.com/office/powerpoint/2010/main" val="37248335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EA48E-39A9-9AA5-5C48-68E746CD9F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4432E-A966-E446-2CC3-FBE48AFEBBA8}"/>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7DE45814-CDE5-0F11-EC5A-105B9CB4B131}"/>
              </a:ext>
            </a:extLst>
          </p:cNvPr>
          <p:cNvSpPr>
            <a:spLocks noGrp="1"/>
          </p:cNvSpPr>
          <p:nvPr>
            <p:ph idx="1"/>
          </p:nvPr>
        </p:nvSpPr>
        <p:spPr/>
        <p:txBody>
          <a:bodyPr>
            <a:noAutofit/>
          </a:bodyPr>
          <a:lstStyle/>
          <a:p>
            <a:pPr marL="0" indent="0">
              <a:buNone/>
            </a:pPr>
            <a:r>
              <a:rPr lang="vi-VN" sz="2000" b="1" dirty="0"/>
              <a:t>Case Study - Link prediction</a:t>
            </a:r>
          </a:p>
          <a:p>
            <a:r>
              <a:rPr lang="vi-VN" sz="2000" dirty="0"/>
              <a:t>Embedding-based Instruction</a:t>
            </a:r>
          </a:p>
          <a:p>
            <a:pPr lvl="1"/>
            <a:r>
              <a:rPr lang="vi-VN" sz="2000" dirty="0"/>
              <a:t>Phương pháp này (chính là SAT) sử dụng các graph embedding để truyền tải thông tin cấu trúc.</a:t>
            </a:r>
          </a:p>
          <a:p>
            <a:pPr lvl="1"/>
            <a:r>
              <a:rPr lang="vi-VN" sz="2000" dirty="0"/>
              <a:t>Input: Bao gồm câu hỏi và một chuỗi graph embedding đại diện subgraph truy vấn, ví dụ: Emb(Charles Dickens), Emb(Paul Auster), Emb(Leo Tolstoy), Emb(William Shakespeare), Emb(Author).</a:t>
            </a:r>
          </a:p>
          <a:p>
            <a:pPr lvl="1"/>
            <a:r>
              <a:rPr lang="vi-VN" sz="2000" dirty="0"/>
              <a:t>Output của SAT: William Shakespeare.</a:t>
            </a:r>
          </a:p>
          <a:p>
            <a:r>
              <a:rPr lang="vi-VN" sz="2000" dirty="0"/>
              <a:t>Phân tích: Phương pháp dựa trên embedding trả lời đúng. </a:t>
            </a:r>
          </a:p>
          <a:p>
            <a:pPr lvl="2"/>
            <a:r>
              <a:rPr lang="vi-VN" dirty="0"/>
              <a:t>Điều này là do phương pháp dựa trên embedding đã nắm bắt hiệu quả các mối quan hệ ngầm (implicit relationships) giữa Charles Dickens và William Shakespeare, cho phép suy luận và dự đoán chính xác</a:t>
            </a:r>
          </a:p>
        </p:txBody>
      </p:sp>
    </p:spTree>
    <p:extLst>
      <p:ext uri="{BB962C8B-B14F-4D97-AF65-F5344CB8AC3E}">
        <p14:creationId xmlns:p14="http://schemas.microsoft.com/office/powerpoint/2010/main" val="23670678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82BF6-4CCA-D9A4-D285-D26587900A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68D43-671A-461F-9B13-0187E797C2A6}"/>
              </a:ext>
            </a:extLst>
          </p:cNvPr>
          <p:cNvSpPr>
            <a:spLocks noGrp="1"/>
          </p:cNvSpPr>
          <p:nvPr>
            <p:ph type="title"/>
          </p:nvPr>
        </p:nvSpPr>
        <p:spPr/>
        <p:txBody>
          <a:bodyPr/>
          <a:lstStyle/>
          <a:p>
            <a:r>
              <a:rPr lang="vi-VN" dirty="0"/>
              <a:t>3. Experiments</a:t>
            </a:r>
          </a:p>
        </p:txBody>
      </p:sp>
      <p:sp>
        <p:nvSpPr>
          <p:cNvPr id="3" name="Content Placeholder 2">
            <a:extLst>
              <a:ext uri="{FF2B5EF4-FFF2-40B4-BE49-F238E27FC236}">
                <a16:creationId xmlns:a16="http://schemas.microsoft.com/office/drawing/2014/main" id="{3A549886-9289-448C-CE36-1367DF9FDD13}"/>
              </a:ext>
            </a:extLst>
          </p:cNvPr>
          <p:cNvSpPr>
            <a:spLocks noGrp="1"/>
          </p:cNvSpPr>
          <p:nvPr>
            <p:ph idx="1"/>
          </p:nvPr>
        </p:nvSpPr>
        <p:spPr/>
        <p:txBody>
          <a:bodyPr>
            <a:noAutofit/>
          </a:bodyPr>
          <a:lstStyle/>
          <a:p>
            <a:pPr marL="0" indent="0">
              <a:buNone/>
            </a:pPr>
            <a:r>
              <a:rPr lang="vi-VN" sz="2000" b="1" dirty="0"/>
              <a:t>Case Study - Link prediction</a:t>
            </a:r>
          </a:p>
          <a:p>
            <a:pPr marL="0" indent="0">
              <a:buNone/>
            </a:pPr>
            <a:r>
              <a:rPr lang="vi-VN" sz="2000" dirty="0"/>
              <a:t>Nghiên cứu tình huống này minh họa rằng việc tích hợp hiệu quả các graph embedding vào LLM, thông qua phương pháp của SAT, giúp mô hình thực hiện suy luận nhận biết cấu trúc chính xác hơn. Ngược lại, việc làm phẳng đồ thị thành chuỗi văn bản (phương pháp Text-based) có thể làm suy yếu cấu trúc tiềm ẩn và khiến LLM dễ bị nhầm lẫn bởi các thông tin văn bản kém chính xác.</a:t>
            </a:r>
          </a:p>
        </p:txBody>
      </p:sp>
    </p:spTree>
    <p:extLst>
      <p:ext uri="{BB962C8B-B14F-4D97-AF65-F5344CB8AC3E}">
        <p14:creationId xmlns:p14="http://schemas.microsoft.com/office/powerpoint/2010/main" val="3865571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F762C-9EAC-EBB5-1AD7-44EFE4B0CA14}"/>
              </a:ext>
            </a:extLst>
          </p:cNvPr>
          <p:cNvSpPr>
            <a:spLocks noGrp="1"/>
          </p:cNvSpPr>
          <p:nvPr>
            <p:ph type="title"/>
          </p:nvPr>
        </p:nvSpPr>
        <p:spPr/>
        <p:txBody>
          <a:bodyPr/>
          <a:lstStyle/>
          <a:p>
            <a:r>
              <a:rPr lang="vi-VN" dirty="0"/>
              <a:t>4. Conclusion</a:t>
            </a:r>
          </a:p>
        </p:txBody>
      </p:sp>
      <p:sp>
        <p:nvSpPr>
          <p:cNvPr id="3" name="Content Placeholder 2">
            <a:extLst>
              <a:ext uri="{FF2B5EF4-FFF2-40B4-BE49-F238E27FC236}">
                <a16:creationId xmlns:a16="http://schemas.microsoft.com/office/drawing/2014/main" id="{7D9C62CB-9858-1C5F-615C-59495FF88DE5}"/>
              </a:ext>
            </a:extLst>
          </p:cNvPr>
          <p:cNvSpPr>
            <a:spLocks noGrp="1"/>
          </p:cNvSpPr>
          <p:nvPr>
            <p:ph idx="1"/>
          </p:nvPr>
        </p:nvSpPr>
        <p:spPr/>
        <p:txBody>
          <a:bodyPr>
            <a:normAutofit/>
          </a:bodyPr>
          <a:lstStyle/>
          <a:p>
            <a:r>
              <a:rPr lang="vi-VN" sz="2000" dirty="0"/>
              <a:t>Mô hình SAT bao gồm hai thành phần chính:</a:t>
            </a:r>
          </a:p>
          <a:p>
            <a:pPr lvl="1"/>
            <a:r>
              <a:rPr lang="vi-VN" sz="2000" dirty="0"/>
              <a:t>Căn chỉnh Tri thức Phân cấp (Hierarchical Knowledge Alignment): Giúp căn chỉnh không gian biểu diễn không nhất quán giữa ngôn ngữ tự nhiên và cấu trúc đồ thị.</a:t>
            </a:r>
          </a:p>
          <a:p>
            <a:pPr lvl="1"/>
            <a:r>
              <a:rPr lang="vi-VN" sz="2000" dirty="0"/>
              <a:t>Điều chỉnh Hướng dẫn Cấu trúc (Structural Instruction Tuning): Hướng dẫn LLMs thực hiện suy luận nhận biết cấu trúc trên Đồ thị Tri thức (KGs).</a:t>
            </a:r>
          </a:p>
          <a:p>
            <a:r>
              <a:rPr lang="vi-VN" sz="2000" dirty="0"/>
              <a:t>Các thử nghiệm mở rộng được thực hiện trên hai KGC task (triple classification và link prediction) trên bốn bộ dữ liệu đã chứng minh tính ưu việt của phương pháp SAT. </a:t>
            </a:r>
          </a:p>
          <a:p>
            <a:r>
              <a:rPr lang="vi-VN" sz="2000" dirty="0"/>
              <a:t>SAT đạt được những cải thiện đáng kể so với các phương pháp tiên tiến hiện có</a:t>
            </a:r>
          </a:p>
        </p:txBody>
      </p:sp>
    </p:spTree>
    <p:extLst>
      <p:ext uri="{BB962C8B-B14F-4D97-AF65-F5344CB8AC3E}">
        <p14:creationId xmlns:p14="http://schemas.microsoft.com/office/powerpoint/2010/main" val="1474851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57D2E-7A38-BCB3-79F1-EF785F2D16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E33898-E6AA-7367-50C8-9D5FEF621164}"/>
              </a:ext>
            </a:extLst>
          </p:cNvPr>
          <p:cNvSpPr>
            <a:spLocks noGrp="1"/>
          </p:cNvSpPr>
          <p:nvPr>
            <p:ph type="title"/>
          </p:nvPr>
        </p:nvSpPr>
        <p:spPr/>
        <p:txBody>
          <a:bodyPr/>
          <a:lstStyle/>
          <a:p>
            <a:r>
              <a:rPr lang="vi-VN" dirty="0"/>
              <a:t>4. Conclusion</a:t>
            </a:r>
          </a:p>
        </p:txBody>
      </p:sp>
      <p:sp>
        <p:nvSpPr>
          <p:cNvPr id="3" name="Content Placeholder 2">
            <a:extLst>
              <a:ext uri="{FF2B5EF4-FFF2-40B4-BE49-F238E27FC236}">
                <a16:creationId xmlns:a16="http://schemas.microsoft.com/office/drawing/2014/main" id="{2961C012-F205-6FB4-D392-70580BA13322}"/>
              </a:ext>
            </a:extLst>
          </p:cNvPr>
          <p:cNvSpPr>
            <a:spLocks noGrp="1"/>
          </p:cNvSpPr>
          <p:nvPr>
            <p:ph idx="1"/>
          </p:nvPr>
        </p:nvSpPr>
        <p:spPr/>
        <p:txBody>
          <a:bodyPr>
            <a:normAutofit/>
          </a:bodyPr>
          <a:lstStyle/>
          <a:p>
            <a:pPr marL="0" indent="0">
              <a:buNone/>
            </a:pPr>
            <a:r>
              <a:rPr lang="vi-VN" sz="2000" b="1" dirty="0"/>
              <a:t>Limitation</a:t>
            </a:r>
          </a:p>
          <a:p>
            <a:r>
              <a:rPr lang="vi-VN" sz="2000" dirty="0"/>
              <a:t>Các tác giả đã phân tích những hạn chế của phương pháp SAT và vạch ra các hướng tiềm năng cho công việc trong tương lai:</a:t>
            </a:r>
          </a:p>
          <a:p>
            <a:pPr lvl="1"/>
            <a:r>
              <a:rPr lang="vi-VN" sz="2000" dirty="0"/>
              <a:t>Hạn chế về Phối hợp Thông tin (Information Fusion): Mặc dù phương pháp SAT đã tích hợp các graph embedding vào LLMs một cách hiệu quả, các tác giả sẽ khám phá các chiến lược tinh vi hơn để kết hợp thông tin văn bản và cấu trúc, nhằm khai thác tối đa sức mạnh bổ sung của cả hai phương thức.</a:t>
            </a:r>
          </a:p>
          <a:p>
            <a:pPr lvl="1"/>
            <a:r>
              <a:rPr lang="vi-VN" sz="2000" dirty="0"/>
              <a:t>Hạn chế về Khả năng Ứng dụng (Applicability): Mặc dù SAT là một general framework có khả năng thích ứng với các KGC task khác nhau, các tác giả dự định mở rộng khả năng áp dụng của nó sang phạm vi rộng hơn các task và bộ dữ liệu chuyên sâu về tri thức (knowledge-intensive tasks), từ đó nâng cao tính linh hoạt của mô hình.</a:t>
            </a:r>
          </a:p>
        </p:txBody>
      </p:sp>
    </p:spTree>
    <p:extLst>
      <p:ext uri="{BB962C8B-B14F-4D97-AF65-F5344CB8AC3E}">
        <p14:creationId xmlns:p14="http://schemas.microsoft.com/office/powerpoint/2010/main" val="1129973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2632</TotalTime>
  <Words>5602</Words>
  <Application>Microsoft Office PowerPoint</Application>
  <PresentationFormat>Widescreen</PresentationFormat>
  <Paragraphs>394</Paragraphs>
  <Slides>60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Aptos</vt:lpstr>
      <vt:lpstr>Aptos Display</vt:lpstr>
      <vt:lpstr>Arial</vt:lpstr>
      <vt:lpstr>Cambria Math</vt:lpstr>
      <vt:lpstr>Symbol</vt:lpstr>
      <vt:lpstr>Times New Roman</vt:lpstr>
      <vt:lpstr>Wingdings</vt:lpstr>
      <vt:lpstr>Office Theme</vt:lpstr>
      <vt:lpstr>Summarize for Enhancing Large Language Model for Knowledge Graph Completion via Structure-Aware Alignment-Tuning</vt:lpstr>
      <vt:lpstr>1. Introduction</vt:lpstr>
      <vt:lpstr>1. Introduction</vt:lpstr>
      <vt:lpstr>1. Introduction</vt:lpstr>
      <vt:lpstr>1. Introduction</vt:lpstr>
      <vt:lpstr>1. Introduction</vt:lpstr>
      <vt:lpstr>2. Method</vt:lpstr>
      <vt:lpstr>2. Method</vt:lpstr>
      <vt:lpstr>2. Method</vt:lpstr>
      <vt:lpstr>2. Method</vt:lpstr>
      <vt:lpstr>2. Method</vt:lpstr>
      <vt:lpstr>2. Method</vt:lpstr>
      <vt:lpstr>2. Method</vt:lpstr>
      <vt:lpstr>2. Method</vt:lpstr>
      <vt:lpstr>2. Method</vt:lpstr>
      <vt:lpstr>2. Method</vt:lpstr>
      <vt:lpstr>2. Method</vt:lpstr>
      <vt:lpstr>2. Method</vt:lpstr>
      <vt:lpstr>2. Method</vt:lpstr>
      <vt:lpstr>2. Method</vt:lpstr>
      <vt:lpstr>2. Method</vt:lpstr>
      <vt:lpstr>2. Method</vt:lpstr>
      <vt:lpstr>2. Method</vt:lpstr>
      <vt:lpstr>2. Method</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4. Conclusion</vt:lpstr>
      <vt:lpstr>4.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Minh Phạm Văn</dc:creator>
  <cp:lastModifiedBy>Minh Phạm Văn</cp:lastModifiedBy>
  <cp:revision>1</cp:revision>
  <dcterms:created xsi:type="dcterms:W3CDTF">2025-11-17T17:49:23Z</dcterms:created>
  <dcterms:modified xsi:type="dcterms:W3CDTF">2025-11-19T13:42:09Z</dcterms:modified>
</cp:coreProperties>
</file>