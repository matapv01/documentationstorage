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65" r:id="rId15"/>
    <p:sldId id="271" r:id="rId16"/>
    <p:sldId id="272" r:id="rId17"/>
    <p:sldId id="273" r:id="rId18"/>
    <p:sldId id="274" r:id="rId19"/>
    <p:sldId id="270" r:id="rId20"/>
    <p:sldId id="275" r:id="rId21"/>
    <p:sldId id="276" r:id="rId22"/>
    <p:sldId id="277" r:id="rId23"/>
    <p:sldId id="279" r:id="rId24"/>
    <p:sldId id="278" r:id="rId25"/>
    <p:sldId id="280" r:id="rId26"/>
    <p:sldId id="281" r:id="rId27"/>
    <p:sldId id="282" r:id="rId28"/>
    <p:sldId id="284" r:id="rId29"/>
    <p:sldId id="285" r:id="rId30"/>
    <p:sldId id="286" r:id="rId31"/>
    <p:sldId id="301" r:id="rId32"/>
    <p:sldId id="287" r:id="rId33"/>
    <p:sldId id="288" r:id="rId34"/>
    <p:sldId id="300" r:id="rId35"/>
    <p:sldId id="289" r:id="rId36"/>
    <p:sldId id="299" r:id="rId37"/>
    <p:sldId id="290" r:id="rId38"/>
    <p:sldId id="298" r:id="rId39"/>
    <p:sldId id="291" r:id="rId40"/>
    <p:sldId id="293" r:id="rId41"/>
    <p:sldId id="294" r:id="rId42"/>
    <p:sldId id="295" r:id="rId43"/>
    <p:sldId id="303" r:id="rId44"/>
    <p:sldId id="296" r:id="rId45"/>
    <p:sldId id="304" r:id="rId46"/>
    <p:sldId id="297" r:id="rId47"/>
    <p:sldId id="305" r:id="rId48"/>
    <p:sldId id="306" r:id="rId49"/>
    <p:sldId id="302"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312EA7-287E-4E17-B7E5-552E53C3F784}" v="91" dt="2025-08-24T10:15:34.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Phạm Văn" userId="7abd8466ffbba0b8" providerId="LiveId" clId="{AF312EA7-287E-4E17-B7E5-552E53C3F784}"/>
    <pc:docChg chg="undo custSel addSld delSld modSld">
      <pc:chgData name="Minh Phạm Văn" userId="7abd8466ffbba0b8" providerId="LiveId" clId="{AF312EA7-287E-4E17-B7E5-552E53C3F784}" dt="2025-08-27T13:06:41.404" v="3286" actId="20577"/>
      <pc:docMkLst>
        <pc:docMk/>
      </pc:docMkLst>
      <pc:sldChg chg="modSp mod">
        <pc:chgData name="Minh Phạm Văn" userId="7abd8466ffbba0b8" providerId="LiveId" clId="{AF312EA7-287E-4E17-B7E5-552E53C3F784}" dt="2025-08-21T15:10:05.478" v="596" actId="20577"/>
        <pc:sldMkLst>
          <pc:docMk/>
          <pc:sldMk cId="4254635461" sldId="256"/>
        </pc:sldMkLst>
        <pc:spChg chg="mod">
          <ac:chgData name="Minh Phạm Văn" userId="7abd8466ffbba0b8" providerId="LiveId" clId="{AF312EA7-287E-4E17-B7E5-552E53C3F784}" dt="2025-08-21T15:10:05.478" v="596" actId="20577"/>
          <ac:spMkLst>
            <pc:docMk/>
            <pc:sldMk cId="4254635461" sldId="256"/>
            <ac:spMk id="3" creationId="{A944F1B3-A51E-C477-3F06-D32AA9FA8488}"/>
          </ac:spMkLst>
        </pc:spChg>
      </pc:sldChg>
      <pc:sldChg chg="modSp new mod">
        <pc:chgData name="Minh Phạm Văn" userId="7abd8466ffbba0b8" providerId="LiveId" clId="{AF312EA7-287E-4E17-B7E5-552E53C3F784}" dt="2025-08-20T13:38:02.846" v="24" actId="5793"/>
        <pc:sldMkLst>
          <pc:docMk/>
          <pc:sldMk cId="2050148249" sldId="257"/>
        </pc:sldMkLst>
        <pc:spChg chg="mod">
          <ac:chgData name="Minh Phạm Văn" userId="7abd8466ffbba0b8" providerId="LiveId" clId="{AF312EA7-287E-4E17-B7E5-552E53C3F784}" dt="2025-08-20T13:37:35.777" v="19" actId="20577"/>
          <ac:spMkLst>
            <pc:docMk/>
            <pc:sldMk cId="2050148249" sldId="257"/>
            <ac:spMk id="2" creationId="{BCF695B7-264D-FDBC-5EFB-A887A4F2A8BA}"/>
          </ac:spMkLst>
        </pc:spChg>
        <pc:spChg chg="mod">
          <ac:chgData name="Minh Phạm Văn" userId="7abd8466ffbba0b8" providerId="LiveId" clId="{AF312EA7-287E-4E17-B7E5-552E53C3F784}" dt="2025-08-20T13:38:02.846" v="24" actId="5793"/>
          <ac:spMkLst>
            <pc:docMk/>
            <pc:sldMk cId="2050148249" sldId="257"/>
            <ac:spMk id="3" creationId="{C13C1131-8761-06B3-4BD7-A4943F5C5DB1}"/>
          </ac:spMkLst>
        </pc:spChg>
      </pc:sldChg>
      <pc:sldChg chg="modSp new mod">
        <pc:chgData name="Minh Phạm Văn" userId="7abd8466ffbba0b8" providerId="LiveId" clId="{AF312EA7-287E-4E17-B7E5-552E53C3F784}" dt="2025-08-20T13:38:21.864" v="27"/>
        <pc:sldMkLst>
          <pc:docMk/>
          <pc:sldMk cId="2191654555" sldId="258"/>
        </pc:sldMkLst>
        <pc:spChg chg="mod">
          <ac:chgData name="Minh Phạm Văn" userId="7abd8466ffbba0b8" providerId="LiveId" clId="{AF312EA7-287E-4E17-B7E5-552E53C3F784}" dt="2025-08-20T13:38:21.864" v="27"/>
          <ac:spMkLst>
            <pc:docMk/>
            <pc:sldMk cId="2191654555" sldId="258"/>
            <ac:spMk id="2" creationId="{3348557A-20A9-F2C6-1CEF-BD631E5B8788}"/>
          </ac:spMkLst>
        </pc:spChg>
        <pc:spChg chg="mod">
          <ac:chgData name="Minh Phạm Văn" userId="7abd8466ffbba0b8" providerId="LiveId" clId="{AF312EA7-287E-4E17-B7E5-552E53C3F784}" dt="2025-08-20T13:38:17.582" v="26"/>
          <ac:spMkLst>
            <pc:docMk/>
            <pc:sldMk cId="2191654555" sldId="258"/>
            <ac:spMk id="3" creationId="{944DCAFA-28C9-F8C6-0250-5A9D020C3DA9}"/>
          </ac:spMkLst>
        </pc:spChg>
      </pc:sldChg>
      <pc:sldChg chg="modSp new mod">
        <pc:chgData name="Minh Phạm Văn" userId="7abd8466ffbba0b8" providerId="LiveId" clId="{AF312EA7-287E-4E17-B7E5-552E53C3F784}" dt="2025-08-20T13:47:57.980" v="106" actId="5793"/>
        <pc:sldMkLst>
          <pc:docMk/>
          <pc:sldMk cId="985271035" sldId="259"/>
        </pc:sldMkLst>
        <pc:spChg chg="mod">
          <ac:chgData name="Minh Phạm Văn" userId="7abd8466ffbba0b8" providerId="LiveId" clId="{AF312EA7-287E-4E17-B7E5-552E53C3F784}" dt="2025-08-20T13:38:50.404" v="30"/>
          <ac:spMkLst>
            <pc:docMk/>
            <pc:sldMk cId="985271035" sldId="259"/>
            <ac:spMk id="2" creationId="{8F98E977-DDCE-37F8-CB27-405C3D7C2ECC}"/>
          </ac:spMkLst>
        </pc:spChg>
        <pc:spChg chg="mod">
          <ac:chgData name="Minh Phạm Văn" userId="7abd8466ffbba0b8" providerId="LiveId" clId="{AF312EA7-287E-4E17-B7E5-552E53C3F784}" dt="2025-08-20T13:47:57.980" v="106" actId="5793"/>
          <ac:spMkLst>
            <pc:docMk/>
            <pc:sldMk cId="985271035" sldId="259"/>
            <ac:spMk id="3" creationId="{C91FF9C1-EF78-0C2D-582C-2682D1D11924}"/>
          </ac:spMkLst>
        </pc:spChg>
      </pc:sldChg>
      <pc:sldChg chg="modSp new mod">
        <pc:chgData name="Minh Phạm Văn" userId="7abd8466ffbba0b8" providerId="LiveId" clId="{AF312EA7-287E-4E17-B7E5-552E53C3F784}" dt="2025-08-20T14:00:28.994" v="152" actId="20577"/>
        <pc:sldMkLst>
          <pc:docMk/>
          <pc:sldMk cId="2707196817" sldId="260"/>
        </pc:sldMkLst>
        <pc:spChg chg="mod">
          <ac:chgData name="Minh Phạm Văn" userId="7abd8466ffbba0b8" providerId="LiveId" clId="{AF312EA7-287E-4E17-B7E5-552E53C3F784}" dt="2025-08-20T13:39:38.706" v="36"/>
          <ac:spMkLst>
            <pc:docMk/>
            <pc:sldMk cId="2707196817" sldId="260"/>
            <ac:spMk id="2" creationId="{B655F98E-7A3D-83EF-9CAC-DADCD906B006}"/>
          </ac:spMkLst>
        </pc:spChg>
        <pc:spChg chg="mod">
          <ac:chgData name="Minh Phạm Văn" userId="7abd8466ffbba0b8" providerId="LiveId" clId="{AF312EA7-287E-4E17-B7E5-552E53C3F784}" dt="2025-08-20T14:00:28.994" v="152" actId="20577"/>
          <ac:spMkLst>
            <pc:docMk/>
            <pc:sldMk cId="2707196817" sldId="260"/>
            <ac:spMk id="3" creationId="{ABED3C97-867E-7A4C-53FB-58596FD81F2F}"/>
          </ac:spMkLst>
        </pc:spChg>
      </pc:sldChg>
      <pc:sldChg chg="modSp new mod">
        <pc:chgData name="Minh Phạm Văn" userId="7abd8466ffbba0b8" providerId="LiveId" clId="{AF312EA7-287E-4E17-B7E5-552E53C3F784}" dt="2025-08-20T13:40:44.943" v="55" actId="27636"/>
        <pc:sldMkLst>
          <pc:docMk/>
          <pc:sldMk cId="3981097260" sldId="261"/>
        </pc:sldMkLst>
        <pc:spChg chg="mod">
          <ac:chgData name="Minh Phạm Văn" userId="7abd8466ffbba0b8" providerId="LiveId" clId="{AF312EA7-287E-4E17-B7E5-552E53C3F784}" dt="2025-08-20T13:39:54.462" v="42" actId="20577"/>
          <ac:spMkLst>
            <pc:docMk/>
            <pc:sldMk cId="3981097260" sldId="261"/>
            <ac:spMk id="2" creationId="{5DDA1E2C-E406-9A57-BA8A-3129905E97DE}"/>
          </ac:spMkLst>
        </pc:spChg>
        <pc:spChg chg="mod">
          <ac:chgData name="Minh Phạm Văn" userId="7abd8466ffbba0b8" providerId="LiveId" clId="{AF312EA7-287E-4E17-B7E5-552E53C3F784}" dt="2025-08-20T13:40:44.943" v="55" actId="27636"/>
          <ac:spMkLst>
            <pc:docMk/>
            <pc:sldMk cId="3981097260" sldId="261"/>
            <ac:spMk id="3" creationId="{35633FD5-9305-627B-BE15-A6CE83F238BC}"/>
          </ac:spMkLst>
        </pc:spChg>
      </pc:sldChg>
      <pc:sldChg chg="addSp delSp modSp new mod">
        <pc:chgData name="Minh Phạm Văn" userId="7abd8466ffbba0b8" providerId="LiveId" clId="{AF312EA7-287E-4E17-B7E5-552E53C3F784}" dt="2025-08-20T13:48:34.277" v="110" actId="14100"/>
        <pc:sldMkLst>
          <pc:docMk/>
          <pc:sldMk cId="1512632090" sldId="262"/>
        </pc:sldMkLst>
        <pc:spChg chg="mod">
          <ac:chgData name="Minh Phạm Văn" userId="7abd8466ffbba0b8" providerId="LiveId" clId="{AF312EA7-287E-4E17-B7E5-552E53C3F784}" dt="2025-08-20T13:41:28.131" v="60"/>
          <ac:spMkLst>
            <pc:docMk/>
            <pc:sldMk cId="1512632090" sldId="262"/>
            <ac:spMk id="2" creationId="{FAE9A1F5-B7B5-C4D3-690A-9F5A0CB2BAE3}"/>
          </ac:spMkLst>
        </pc:spChg>
        <pc:spChg chg="del">
          <ac:chgData name="Minh Phạm Văn" userId="7abd8466ffbba0b8" providerId="LiveId" clId="{AF312EA7-287E-4E17-B7E5-552E53C3F784}" dt="2025-08-20T13:41:06.049" v="57"/>
          <ac:spMkLst>
            <pc:docMk/>
            <pc:sldMk cId="1512632090" sldId="262"/>
            <ac:spMk id="3" creationId="{135020D4-0623-D123-BABF-9B9E77916BDE}"/>
          </ac:spMkLst>
        </pc:spChg>
        <pc:spChg chg="add del mod">
          <ac:chgData name="Minh Phạm Văn" userId="7abd8466ffbba0b8" providerId="LiveId" clId="{AF312EA7-287E-4E17-B7E5-552E53C3F784}" dt="2025-08-20T13:41:08" v="58"/>
          <ac:spMkLst>
            <pc:docMk/>
            <pc:sldMk cId="1512632090" sldId="262"/>
            <ac:spMk id="4" creationId="{DC50E90A-BBD8-580E-2313-781E93F1E3F1}"/>
          </ac:spMkLst>
        </pc:spChg>
        <pc:spChg chg="add del mod">
          <ac:chgData name="Minh Phạm Văn" userId="7abd8466ffbba0b8" providerId="LiveId" clId="{AF312EA7-287E-4E17-B7E5-552E53C3F784}" dt="2025-08-20T13:41:21.549" v="59"/>
          <ac:spMkLst>
            <pc:docMk/>
            <pc:sldMk cId="1512632090" sldId="262"/>
            <ac:spMk id="5" creationId="{BBB81771-2362-9632-3DD5-D7B7BDBE56FE}"/>
          </ac:spMkLst>
        </pc:spChg>
        <pc:picChg chg="add mod">
          <ac:chgData name="Minh Phạm Văn" userId="7abd8466ffbba0b8" providerId="LiveId" clId="{AF312EA7-287E-4E17-B7E5-552E53C3F784}" dt="2025-08-20T13:48:34.277" v="110" actId="14100"/>
          <ac:picMkLst>
            <pc:docMk/>
            <pc:sldMk cId="1512632090" sldId="262"/>
            <ac:picMk id="1030" creationId="{A2A507CD-EDB3-3406-1707-CBE1523BE197}"/>
          </ac:picMkLst>
        </pc:picChg>
      </pc:sldChg>
      <pc:sldChg chg="modSp new mod">
        <pc:chgData name="Minh Phạm Văn" userId="7abd8466ffbba0b8" providerId="LiveId" clId="{AF312EA7-287E-4E17-B7E5-552E53C3F784}" dt="2025-08-20T13:42:25.232" v="69" actId="5793"/>
        <pc:sldMkLst>
          <pc:docMk/>
          <pc:sldMk cId="2580300274" sldId="263"/>
        </pc:sldMkLst>
        <pc:spChg chg="mod">
          <ac:chgData name="Minh Phạm Văn" userId="7abd8466ffbba0b8" providerId="LiveId" clId="{AF312EA7-287E-4E17-B7E5-552E53C3F784}" dt="2025-08-20T13:41:58.548" v="65" actId="255"/>
          <ac:spMkLst>
            <pc:docMk/>
            <pc:sldMk cId="2580300274" sldId="263"/>
            <ac:spMk id="2" creationId="{A3CAC9D2-AABD-C179-4FB5-94394B3E52AA}"/>
          </ac:spMkLst>
        </pc:spChg>
        <pc:spChg chg="mod">
          <ac:chgData name="Minh Phạm Văn" userId="7abd8466ffbba0b8" providerId="LiveId" clId="{AF312EA7-287E-4E17-B7E5-552E53C3F784}" dt="2025-08-20T13:42:25.232" v="69" actId="5793"/>
          <ac:spMkLst>
            <pc:docMk/>
            <pc:sldMk cId="2580300274" sldId="263"/>
            <ac:spMk id="3" creationId="{F29902ED-8A69-8687-0001-8235685F2225}"/>
          </ac:spMkLst>
        </pc:spChg>
      </pc:sldChg>
      <pc:sldChg chg="addSp delSp modSp new mod">
        <pc:chgData name="Minh Phạm Văn" userId="7abd8466ffbba0b8" providerId="LiveId" clId="{AF312EA7-287E-4E17-B7E5-552E53C3F784}" dt="2025-08-20T13:42:53.245" v="72"/>
        <pc:sldMkLst>
          <pc:docMk/>
          <pc:sldMk cId="4184929180" sldId="264"/>
        </pc:sldMkLst>
        <pc:spChg chg="mod">
          <ac:chgData name="Minh Phạm Văn" userId="7abd8466ffbba0b8" providerId="LiveId" clId="{AF312EA7-287E-4E17-B7E5-552E53C3F784}" dt="2025-08-20T13:42:38.443" v="71"/>
          <ac:spMkLst>
            <pc:docMk/>
            <pc:sldMk cId="4184929180" sldId="264"/>
            <ac:spMk id="2" creationId="{61723E48-FC6D-980A-2514-D92461F2A889}"/>
          </ac:spMkLst>
        </pc:spChg>
        <pc:spChg chg="del">
          <ac:chgData name="Minh Phạm Văn" userId="7abd8466ffbba0b8" providerId="LiveId" clId="{AF312EA7-287E-4E17-B7E5-552E53C3F784}" dt="2025-08-20T13:42:53.245" v="72"/>
          <ac:spMkLst>
            <pc:docMk/>
            <pc:sldMk cId="4184929180" sldId="264"/>
            <ac:spMk id="3" creationId="{472B95F6-F613-5F74-4FF8-E4A456E23347}"/>
          </ac:spMkLst>
        </pc:spChg>
        <pc:picChg chg="add mod">
          <ac:chgData name="Minh Phạm Văn" userId="7abd8466ffbba0b8" providerId="LiveId" clId="{AF312EA7-287E-4E17-B7E5-552E53C3F784}" dt="2025-08-20T13:42:53.245" v="72"/>
          <ac:picMkLst>
            <pc:docMk/>
            <pc:sldMk cId="4184929180" sldId="264"/>
            <ac:picMk id="2050" creationId="{2693BBE6-AB43-CD30-A34D-895867DE41E4}"/>
          </ac:picMkLst>
        </pc:picChg>
      </pc:sldChg>
      <pc:sldChg chg="modSp new mod">
        <pc:chgData name="Minh Phạm Văn" userId="7abd8466ffbba0b8" providerId="LiveId" clId="{AF312EA7-287E-4E17-B7E5-552E53C3F784}" dt="2025-08-20T13:46:36.107" v="102"/>
        <pc:sldMkLst>
          <pc:docMk/>
          <pc:sldMk cId="2126112615" sldId="265"/>
        </pc:sldMkLst>
        <pc:spChg chg="mod">
          <ac:chgData name="Minh Phạm Văn" userId="7abd8466ffbba0b8" providerId="LiveId" clId="{AF312EA7-287E-4E17-B7E5-552E53C3F784}" dt="2025-08-20T13:46:36.107" v="102"/>
          <ac:spMkLst>
            <pc:docMk/>
            <pc:sldMk cId="2126112615" sldId="265"/>
            <ac:spMk id="2" creationId="{01915AAC-875B-6FA1-6641-6213E8BC6B09}"/>
          </ac:spMkLst>
        </pc:spChg>
        <pc:spChg chg="mod">
          <ac:chgData name="Minh Phạm Văn" userId="7abd8466ffbba0b8" providerId="LiveId" clId="{AF312EA7-287E-4E17-B7E5-552E53C3F784}" dt="2025-08-20T13:46:31.321" v="101"/>
          <ac:spMkLst>
            <pc:docMk/>
            <pc:sldMk cId="2126112615" sldId="265"/>
            <ac:spMk id="3" creationId="{B63E7792-D9D1-0424-2BCB-0F26B4424767}"/>
          </ac:spMkLst>
        </pc:spChg>
      </pc:sldChg>
      <pc:sldChg chg="addSp modSp add mod">
        <pc:chgData name="Minh Phạm Văn" userId="7abd8466ffbba0b8" providerId="LiveId" clId="{AF312EA7-287E-4E17-B7E5-552E53C3F784}" dt="2025-08-20T13:44:00.975" v="82" actId="1076"/>
        <pc:sldMkLst>
          <pc:docMk/>
          <pc:sldMk cId="2871640443" sldId="266"/>
        </pc:sldMkLst>
        <pc:spChg chg="add mod">
          <ac:chgData name="Minh Phạm Văn" userId="7abd8466ffbba0b8" providerId="LiveId" clId="{AF312EA7-287E-4E17-B7E5-552E53C3F784}" dt="2025-08-20T13:44:00.975" v="82" actId="1076"/>
          <ac:spMkLst>
            <pc:docMk/>
            <pc:sldMk cId="2871640443" sldId="266"/>
            <ac:spMk id="3" creationId="{31624E96-B86A-AB6B-37CA-F047D1267183}"/>
          </ac:spMkLst>
        </pc:spChg>
        <pc:picChg chg="mod">
          <ac:chgData name="Minh Phạm Văn" userId="7abd8466ffbba0b8" providerId="LiveId" clId="{AF312EA7-287E-4E17-B7E5-552E53C3F784}" dt="2025-08-20T13:43:44.027" v="77" actId="1076"/>
          <ac:picMkLst>
            <pc:docMk/>
            <pc:sldMk cId="2871640443" sldId="266"/>
            <ac:picMk id="2050" creationId="{2693BBE6-AB43-CD30-A34D-895867DE41E4}"/>
          </ac:picMkLst>
        </pc:picChg>
      </pc:sldChg>
      <pc:sldChg chg="modSp add mod">
        <pc:chgData name="Minh Phạm Văn" userId="7abd8466ffbba0b8" providerId="LiveId" clId="{AF312EA7-287E-4E17-B7E5-552E53C3F784}" dt="2025-08-20T14:09:54.928" v="239" actId="5793"/>
        <pc:sldMkLst>
          <pc:docMk/>
          <pc:sldMk cId="252509908" sldId="267"/>
        </pc:sldMkLst>
        <pc:spChg chg="mod">
          <ac:chgData name="Minh Phạm Văn" userId="7abd8466ffbba0b8" providerId="LiveId" clId="{AF312EA7-287E-4E17-B7E5-552E53C3F784}" dt="2025-08-20T14:09:54.928" v="239" actId="5793"/>
          <ac:spMkLst>
            <pc:docMk/>
            <pc:sldMk cId="252509908" sldId="267"/>
            <ac:spMk id="3" creationId="{31624E96-B86A-AB6B-37CA-F047D1267183}"/>
          </ac:spMkLst>
        </pc:spChg>
        <pc:picChg chg="mod">
          <ac:chgData name="Minh Phạm Văn" userId="7abd8466ffbba0b8" providerId="LiveId" clId="{AF312EA7-287E-4E17-B7E5-552E53C3F784}" dt="2025-08-20T13:44:32.632" v="90" actId="1076"/>
          <ac:picMkLst>
            <pc:docMk/>
            <pc:sldMk cId="252509908" sldId="267"/>
            <ac:picMk id="2050" creationId="{2693BBE6-AB43-CD30-A34D-895867DE41E4}"/>
          </ac:picMkLst>
        </pc:picChg>
      </pc:sldChg>
      <pc:sldChg chg="modSp add mod">
        <pc:chgData name="Minh Phạm Văn" userId="7abd8466ffbba0b8" providerId="LiveId" clId="{AF312EA7-287E-4E17-B7E5-552E53C3F784}" dt="2025-08-20T14:09:52.761" v="238" actId="5793"/>
        <pc:sldMkLst>
          <pc:docMk/>
          <pc:sldMk cId="1465162833" sldId="268"/>
        </pc:sldMkLst>
        <pc:spChg chg="mod">
          <ac:chgData name="Minh Phạm Văn" userId="7abd8466ffbba0b8" providerId="LiveId" clId="{AF312EA7-287E-4E17-B7E5-552E53C3F784}" dt="2025-08-20T14:09:52.761" v="238" actId="5793"/>
          <ac:spMkLst>
            <pc:docMk/>
            <pc:sldMk cId="1465162833" sldId="268"/>
            <ac:spMk id="3" creationId="{31624E96-B86A-AB6B-37CA-F047D1267183}"/>
          </ac:spMkLst>
        </pc:spChg>
      </pc:sldChg>
      <pc:sldChg chg="modSp add mod">
        <pc:chgData name="Minh Phạm Văn" userId="7abd8466ffbba0b8" providerId="LiveId" clId="{AF312EA7-287E-4E17-B7E5-552E53C3F784}" dt="2025-08-20T14:09:48.577" v="237" actId="5793"/>
        <pc:sldMkLst>
          <pc:docMk/>
          <pc:sldMk cId="1102498666" sldId="269"/>
        </pc:sldMkLst>
        <pc:spChg chg="mod">
          <ac:chgData name="Minh Phạm Văn" userId="7abd8466ffbba0b8" providerId="LiveId" clId="{AF312EA7-287E-4E17-B7E5-552E53C3F784}" dt="2025-08-20T14:09:48.577" v="237" actId="5793"/>
          <ac:spMkLst>
            <pc:docMk/>
            <pc:sldMk cId="1102498666" sldId="269"/>
            <ac:spMk id="3" creationId="{31624E96-B86A-AB6B-37CA-F047D1267183}"/>
          </ac:spMkLst>
        </pc:spChg>
        <pc:picChg chg="mod">
          <ac:chgData name="Minh Phạm Văn" userId="7abd8466ffbba0b8" providerId="LiveId" clId="{AF312EA7-287E-4E17-B7E5-552E53C3F784}" dt="2025-08-20T13:45:25.017" v="99" actId="14100"/>
          <ac:picMkLst>
            <pc:docMk/>
            <pc:sldMk cId="1102498666" sldId="269"/>
            <ac:picMk id="2050" creationId="{2693BBE6-AB43-CD30-A34D-895867DE41E4}"/>
          </ac:picMkLst>
        </pc:picChg>
      </pc:sldChg>
      <pc:sldChg chg="modSp new mod">
        <pc:chgData name="Minh Phạm Văn" userId="7abd8466ffbba0b8" providerId="LiveId" clId="{AF312EA7-287E-4E17-B7E5-552E53C3F784}" dt="2025-08-20T14:05:51.706" v="236" actId="20577"/>
        <pc:sldMkLst>
          <pc:docMk/>
          <pc:sldMk cId="2064505007" sldId="270"/>
        </pc:sldMkLst>
        <pc:spChg chg="mod">
          <ac:chgData name="Minh Phạm Văn" userId="7abd8466ffbba0b8" providerId="LiveId" clId="{AF312EA7-287E-4E17-B7E5-552E53C3F784}" dt="2025-08-20T13:52:02.073" v="115"/>
          <ac:spMkLst>
            <pc:docMk/>
            <pc:sldMk cId="2064505007" sldId="270"/>
            <ac:spMk id="2" creationId="{E7592C1E-8322-A5B9-295E-C205A6E7CD0B}"/>
          </ac:spMkLst>
        </pc:spChg>
        <pc:spChg chg="mod">
          <ac:chgData name="Minh Phạm Văn" userId="7abd8466ffbba0b8" providerId="LiveId" clId="{AF312EA7-287E-4E17-B7E5-552E53C3F784}" dt="2025-08-20T14:05:51.706" v="236" actId="20577"/>
          <ac:spMkLst>
            <pc:docMk/>
            <pc:sldMk cId="2064505007" sldId="270"/>
            <ac:spMk id="3" creationId="{28D89FB0-7A5F-47B0-F93F-6CFF9D2F4352}"/>
          </ac:spMkLst>
        </pc:spChg>
      </pc:sldChg>
      <pc:sldChg chg="modSp new del mod">
        <pc:chgData name="Minh Phạm Văn" userId="7abd8466ffbba0b8" providerId="LiveId" clId="{AF312EA7-287E-4E17-B7E5-552E53C3F784}" dt="2025-08-20T13:54:53.686" v="132" actId="47"/>
        <pc:sldMkLst>
          <pc:docMk/>
          <pc:sldMk cId="2809952466" sldId="271"/>
        </pc:sldMkLst>
        <pc:spChg chg="mod">
          <ac:chgData name="Minh Phạm Văn" userId="7abd8466ffbba0b8" providerId="LiveId" clId="{AF312EA7-287E-4E17-B7E5-552E53C3F784}" dt="2025-08-20T13:54:36.743" v="131"/>
          <ac:spMkLst>
            <pc:docMk/>
            <pc:sldMk cId="2809952466" sldId="271"/>
            <ac:spMk id="3" creationId="{645DB21B-0F25-CE90-82FC-1F2A04493018}"/>
          </ac:spMkLst>
        </pc:spChg>
      </pc:sldChg>
      <pc:sldChg chg="modSp add mod">
        <pc:chgData name="Minh Phạm Văn" userId="7abd8466ffbba0b8" providerId="LiveId" clId="{AF312EA7-287E-4E17-B7E5-552E53C3F784}" dt="2025-08-20T15:03:05.950" v="293" actId="113"/>
        <pc:sldMkLst>
          <pc:docMk/>
          <pc:sldMk cId="2866757508" sldId="271"/>
        </pc:sldMkLst>
        <pc:spChg chg="mod">
          <ac:chgData name="Minh Phạm Văn" userId="7abd8466ffbba0b8" providerId="LiveId" clId="{AF312EA7-287E-4E17-B7E5-552E53C3F784}" dt="2025-08-20T15:03:05.950" v="293" actId="113"/>
          <ac:spMkLst>
            <pc:docMk/>
            <pc:sldMk cId="2866757508" sldId="271"/>
            <ac:spMk id="3" creationId="{B63E7792-D9D1-0424-2BCB-0F26B4424767}"/>
          </ac:spMkLst>
        </pc:spChg>
      </pc:sldChg>
      <pc:sldChg chg="modSp add mod">
        <pc:chgData name="Minh Phạm Văn" userId="7abd8466ffbba0b8" providerId="LiveId" clId="{AF312EA7-287E-4E17-B7E5-552E53C3F784}" dt="2025-08-20T15:04:11.173" v="307" actId="255"/>
        <pc:sldMkLst>
          <pc:docMk/>
          <pc:sldMk cId="666650170" sldId="272"/>
        </pc:sldMkLst>
        <pc:spChg chg="mod">
          <ac:chgData name="Minh Phạm Văn" userId="7abd8466ffbba0b8" providerId="LiveId" clId="{AF312EA7-287E-4E17-B7E5-552E53C3F784}" dt="2025-08-20T15:04:11.173" v="307" actId="255"/>
          <ac:spMkLst>
            <pc:docMk/>
            <pc:sldMk cId="666650170" sldId="272"/>
            <ac:spMk id="3" creationId="{B63E7792-D9D1-0424-2BCB-0F26B4424767}"/>
          </ac:spMkLst>
        </pc:spChg>
      </pc:sldChg>
      <pc:sldChg chg="modSp add mod">
        <pc:chgData name="Minh Phạm Văn" userId="7abd8466ffbba0b8" providerId="LiveId" clId="{AF312EA7-287E-4E17-B7E5-552E53C3F784}" dt="2025-08-20T15:08:09.644" v="364" actId="113"/>
        <pc:sldMkLst>
          <pc:docMk/>
          <pc:sldMk cId="199919501" sldId="273"/>
        </pc:sldMkLst>
        <pc:spChg chg="mod">
          <ac:chgData name="Minh Phạm Văn" userId="7abd8466ffbba0b8" providerId="LiveId" clId="{AF312EA7-287E-4E17-B7E5-552E53C3F784}" dt="2025-08-20T15:08:09.644" v="364" actId="113"/>
          <ac:spMkLst>
            <pc:docMk/>
            <pc:sldMk cId="199919501" sldId="273"/>
            <ac:spMk id="3" creationId="{B63E7792-D9D1-0424-2BCB-0F26B4424767}"/>
          </ac:spMkLst>
        </pc:spChg>
      </pc:sldChg>
      <pc:sldChg chg="modSp add mod">
        <pc:chgData name="Minh Phạm Văn" userId="7abd8466ffbba0b8" providerId="LiveId" clId="{AF312EA7-287E-4E17-B7E5-552E53C3F784}" dt="2025-08-20T15:53:37.160" v="468" actId="20577"/>
        <pc:sldMkLst>
          <pc:docMk/>
          <pc:sldMk cId="382618263" sldId="274"/>
        </pc:sldMkLst>
        <pc:spChg chg="mod">
          <ac:chgData name="Minh Phạm Văn" userId="7abd8466ffbba0b8" providerId="LiveId" clId="{AF312EA7-287E-4E17-B7E5-552E53C3F784}" dt="2025-08-20T15:53:37.160" v="468" actId="20577"/>
          <ac:spMkLst>
            <pc:docMk/>
            <pc:sldMk cId="382618263" sldId="274"/>
            <ac:spMk id="3" creationId="{B63E7792-D9D1-0424-2BCB-0F26B4424767}"/>
          </ac:spMkLst>
        </pc:spChg>
      </pc:sldChg>
      <pc:sldChg chg="modSp add mod">
        <pc:chgData name="Minh Phạm Văn" userId="7abd8466ffbba0b8" providerId="LiveId" clId="{AF312EA7-287E-4E17-B7E5-552E53C3F784}" dt="2025-08-20T15:13:48.225" v="382"/>
        <pc:sldMkLst>
          <pc:docMk/>
          <pc:sldMk cId="902296017" sldId="275"/>
        </pc:sldMkLst>
        <pc:spChg chg="mod">
          <ac:chgData name="Minh Phạm Văn" userId="7abd8466ffbba0b8" providerId="LiveId" clId="{AF312EA7-287E-4E17-B7E5-552E53C3F784}" dt="2025-08-20T15:13:48.225" v="382"/>
          <ac:spMkLst>
            <pc:docMk/>
            <pc:sldMk cId="902296017" sldId="275"/>
            <ac:spMk id="3" creationId="{28D89FB0-7A5F-47B0-F93F-6CFF9D2F4352}"/>
          </ac:spMkLst>
        </pc:spChg>
      </pc:sldChg>
      <pc:sldChg chg="modSp add mod">
        <pc:chgData name="Minh Phạm Văn" userId="7abd8466ffbba0b8" providerId="LiveId" clId="{AF312EA7-287E-4E17-B7E5-552E53C3F784}" dt="2025-08-20T15:14:13.419" v="390"/>
        <pc:sldMkLst>
          <pc:docMk/>
          <pc:sldMk cId="1749944066" sldId="276"/>
        </pc:sldMkLst>
        <pc:spChg chg="mod">
          <ac:chgData name="Minh Phạm Văn" userId="7abd8466ffbba0b8" providerId="LiveId" clId="{AF312EA7-287E-4E17-B7E5-552E53C3F784}" dt="2025-08-20T15:14:13.419" v="390"/>
          <ac:spMkLst>
            <pc:docMk/>
            <pc:sldMk cId="1749944066" sldId="276"/>
            <ac:spMk id="3" creationId="{28D89FB0-7A5F-47B0-F93F-6CFF9D2F4352}"/>
          </ac:spMkLst>
        </pc:spChg>
      </pc:sldChg>
      <pc:sldChg chg="modSp add mod">
        <pc:chgData name="Minh Phạm Văn" userId="7abd8466ffbba0b8" providerId="LiveId" clId="{AF312EA7-287E-4E17-B7E5-552E53C3F784}" dt="2025-08-20T15:15:03.779" v="399" actId="15"/>
        <pc:sldMkLst>
          <pc:docMk/>
          <pc:sldMk cId="1130344812" sldId="277"/>
        </pc:sldMkLst>
        <pc:spChg chg="mod">
          <ac:chgData name="Minh Phạm Văn" userId="7abd8466ffbba0b8" providerId="LiveId" clId="{AF312EA7-287E-4E17-B7E5-552E53C3F784}" dt="2025-08-20T15:15:03.779" v="399" actId="15"/>
          <ac:spMkLst>
            <pc:docMk/>
            <pc:sldMk cId="1130344812" sldId="277"/>
            <ac:spMk id="3" creationId="{28D89FB0-7A5F-47B0-F93F-6CFF9D2F4352}"/>
          </ac:spMkLst>
        </pc:spChg>
      </pc:sldChg>
      <pc:sldChg chg="modSp new mod">
        <pc:chgData name="Minh Phạm Văn" userId="7abd8466ffbba0b8" providerId="LiveId" clId="{AF312EA7-287E-4E17-B7E5-552E53C3F784}" dt="2025-08-20T15:37:10.805" v="408" actId="255"/>
        <pc:sldMkLst>
          <pc:docMk/>
          <pc:sldMk cId="2091677827" sldId="278"/>
        </pc:sldMkLst>
        <pc:spChg chg="mod">
          <ac:chgData name="Minh Phạm Văn" userId="7abd8466ffbba0b8" providerId="LiveId" clId="{AF312EA7-287E-4E17-B7E5-552E53C3F784}" dt="2025-08-20T15:36:03.176" v="402"/>
          <ac:spMkLst>
            <pc:docMk/>
            <pc:sldMk cId="2091677827" sldId="278"/>
            <ac:spMk id="2" creationId="{C837FA82-2D9D-774C-A512-423C0AEBF894}"/>
          </ac:spMkLst>
        </pc:spChg>
        <pc:spChg chg="mod">
          <ac:chgData name="Minh Phạm Văn" userId="7abd8466ffbba0b8" providerId="LiveId" clId="{AF312EA7-287E-4E17-B7E5-552E53C3F784}" dt="2025-08-20T15:37:10.805" v="408" actId="255"/>
          <ac:spMkLst>
            <pc:docMk/>
            <pc:sldMk cId="2091677827" sldId="278"/>
            <ac:spMk id="3" creationId="{C11A2719-7C4D-3F60-3CB0-22CDAC9DEDF7}"/>
          </ac:spMkLst>
        </pc:spChg>
      </pc:sldChg>
      <pc:sldChg chg="add">
        <pc:chgData name="Minh Phạm Văn" userId="7abd8466ffbba0b8" providerId="LiveId" clId="{AF312EA7-287E-4E17-B7E5-552E53C3F784}" dt="2025-08-20T15:15:22.289" v="401" actId="2890"/>
        <pc:sldMkLst>
          <pc:docMk/>
          <pc:sldMk cId="4154675653" sldId="279"/>
        </pc:sldMkLst>
      </pc:sldChg>
      <pc:sldChg chg="modSp add mod">
        <pc:chgData name="Minh Phạm Văn" userId="7abd8466ffbba0b8" providerId="LiveId" clId="{AF312EA7-287E-4E17-B7E5-552E53C3F784}" dt="2025-08-20T15:38:02.748" v="420"/>
        <pc:sldMkLst>
          <pc:docMk/>
          <pc:sldMk cId="3531088849" sldId="280"/>
        </pc:sldMkLst>
        <pc:spChg chg="mod">
          <ac:chgData name="Minh Phạm Văn" userId="7abd8466ffbba0b8" providerId="LiveId" clId="{AF312EA7-287E-4E17-B7E5-552E53C3F784}" dt="2025-08-20T15:38:02.748" v="420"/>
          <ac:spMkLst>
            <pc:docMk/>
            <pc:sldMk cId="3531088849" sldId="280"/>
            <ac:spMk id="3" creationId="{C11A2719-7C4D-3F60-3CB0-22CDAC9DEDF7}"/>
          </ac:spMkLst>
        </pc:spChg>
      </pc:sldChg>
      <pc:sldChg chg="modSp add mod">
        <pc:chgData name="Minh Phạm Văn" userId="7abd8466ffbba0b8" providerId="LiveId" clId="{AF312EA7-287E-4E17-B7E5-552E53C3F784}" dt="2025-08-20T15:47:21.687" v="429"/>
        <pc:sldMkLst>
          <pc:docMk/>
          <pc:sldMk cId="2170854945" sldId="281"/>
        </pc:sldMkLst>
        <pc:spChg chg="mod">
          <ac:chgData name="Minh Phạm Văn" userId="7abd8466ffbba0b8" providerId="LiveId" clId="{AF312EA7-287E-4E17-B7E5-552E53C3F784}" dt="2025-08-20T15:47:21.687" v="429"/>
          <ac:spMkLst>
            <pc:docMk/>
            <pc:sldMk cId="2170854945" sldId="281"/>
            <ac:spMk id="3" creationId="{C11A2719-7C4D-3F60-3CB0-22CDAC9DEDF7}"/>
          </ac:spMkLst>
        </pc:spChg>
      </pc:sldChg>
      <pc:sldChg chg="modSp add mod">
        <pc:chgData name="Minh Phạm Văn" userId="7abd8466ffbba0b8" providerId="LiveId" clId="{AF312EA7-287E-4E17-B7E5-552E53C3F784}" dt="2025-08-22T17:16:03.946" v="730" actId="20577"/>
        <pc:sldMkLst>
          <pc:docMk/>
          <pc:sldMk cId="130637696" sldId="282"/>
        </pc:sldMkLst>
        <pc:spChg chg="mod">
          <ac:chgData name="Minh Phạm Văn" userId="7abd8466ffbba0b8" providerId="LiveId" clId="{AF312EA7-287E-4E17-B7E5-552E53C3F784}" dt="2025-08-22T17:16:03.946" v="730" actId="20577"/>
          <ac:spMkLst>
            <pc:docMk/>
            <pc:sldMk cId="130637696" sldId="282"/>
            <ac:spMk id="3" creationId="{C11A2719-7C4D-3F60-3CB0-22CDAC9DEDF7}"/>
          </ac:spMkLst>
        </pc:spChg>
      </pc:sldChg>
      <pc:sldChg chg="new del">
        <pc:chgData name="Minh Phạm Văn" userId="7abd8466ffbba0b8" providerId="LiveId" clId="{AF312EA7-287E-4E17-B7E5-552E53C3F784}" dt="2025-08-26T15:53:27.025" v="2883" actId="47"/>
        <pc:sldMkLst>
          <pc:docMk/>
          <pc:sldMk cId="487290141" sldId="283"/>
        </pc:sldMkLst>
      </pc:sldChg>
      <pc:sldChg chg="modSp add mod">
        <pc:chgData name="Minh Phạm Văn" userId="7abd8466ffbba0b8" providerId="LiveId" clId="{AF312EA7-287E-4E17-B7E5-552E53C3F784}" dt="2025-08-20T16:40:25.110" v="505" actId="20577"/>
        <pc:sldMkLst>
          <pc:docMk/>
          <pc:sldMk cId="1691773325" sldId="284"/>
        </pc:sldMkLst>
        <pc:spChg chg="mod">
          <ac:chgData name="Minh Phạm Văn" userId="7abd8466ffbba0b8" providerId="LiveId" clId="{AF312EA7-287E-4E17-B7E5-552E53C3F784}" dt="2025-08-20T16:40:25.110" v="505" actId="20577"/>
          <ac:spMkLst>
            <pc:docMk/>
            <pc:sldMk cId="1691773325" sldId="284"/>
            <ac:spMk id="3" creationId="{C11A2719-7C4D-3F60-3CB0-22CDAC9DEDF7}"/>
          </ac:spMkLst>
        </pc:spChg>
      </pc:sldChg>
      <pc:sldChg chg="modSp add mod">
        <pc:chgData name="Minh Phạm Văn" userId="7abd8466ffbba0b8" providerId="LiveId" clId="{AF312EA7-287E-4E17-B7E5-552E53C3F784}" dt="2025-08-22T17:18:26.919" v="884" actId="20577"/>
        <pc:sldMkLst>
          <pc:docMk/>
          <pc:sldMk cId="770483089" sldId="285"/>
        </pc:sldMkLst>
        <pc:spChg chg="mod">
          <ac:chgData name="Minh Phạm Văn" userId="7abd8466ffbba0b8" providerId="LiveId" clId="{AF312EA7-287E-4E17-B7E5-552E53C3F784}" dt="2025-08-22T17:18:26.919" v="884" actId="20577"/>
          <ac:spMkLst>
            <pc:docMk/>
            <pc:sldMk cId="770483089" sldId="285"/>
            <ac:spMk id="3" creationId="{C11A2719-7C4D-3F60-3CB0-22CDAC9DEDF7}"/>
          </ac:spMkLst>
        </pc:spChg>
      </pc:sldChg>
      <pc:sldChg chg="modSp add mod">
        <pc:chgData name="Minh Phạm Văn" userId="7abd8466ffbba0b8" providerId="LiveId" clId="{AF312EA7-287E-4E17-B7E5-552E53C3F784}" dt="2025-08-22T17:26:33.449" v="1382" actId="20577"/>
        <pc:sldMkLst>
          <pc:docMk/>
          <pc:sldMk cId="3922239659" sldId="286"/>
        </pc:sldMkLst>
        <pc:spChg chg="mod">
          <ac:chgData name="Minh Phạm Văn" userId="7abd8466ffbba0b8" providerId="LiveId" clId="{AF312EA7-287E-4E17-B7E5-552E53C3F784}" dt="2025-08-22T17:26:33.449" v="1382" actId="20577"/>
          <ac:spMkLst>
            <pc:docMk/>
            <pc:sldMk cId="3922239659" sldId="286"/>
            <ac:spMk id="3" creationId="{C11A2719-7C4D-3F60-3CB0-22CDAC9DEDF7}"/>
          </ac:spMkLst>
        </pc:spChg>
      </pc:sldChg>
      <pc:sldChg chg="modSp add mod">
        <pc:chgData name="Minh Phạm Văn" userId="7abd8466ffbba0b8" providerId="LiveId" clId="{AF312EA7-287E-4E17-B7E5-552E53C3F784}" dt="2025-08-22T17:31:33.070" v="1534" actId="15"/>
        <pc:sldMkLst>
          <pc:docMk/>
          <pc:sldMk cId="693511526" sldId="287"/>
        </pc:sldMkLst>
        <pc:spChg chg="mod">
          <ac:chgData name="Minh Phạm Văn" userId="7abd8466ffbba0b8" providerId="LiveId" clId="{AF312EA7-287E-4E17-B7E5-552E53C3F784}" dt="2025-08-22T17:31:33.070" v="1534" actId="15"/>
          <ac:spMkLst>
            <pc:docMk/>
            <pc:sldMk cId="693511526" sldId="287"/>
            <ac:spMk id="3" creationId="{C11A2719-7C4D-3F60-3CB0-22CDAC9DEDF7}"/>
          </ac:spMkLst>
        </pc:spChg>
      </pc:sldChg>
      <pc:sldChg chg="modSp add mod">
        <pc:chgData name="Minh Phạm Văn" userId="7abd8466ffbba0b8" providerId="LiveId" clId="{AF312EA7-287E-4E17-B7E5-552E53C3F784}" dt="2025-08-22T16:41:07.754" v="701" actId="5793"/>
        <pc:sldMkLst>
          <pc:docMk/>
          <pc:sldMk cId="879018767" sldId="288"/>
        </pc:sldMkLst>
        <pc:spChg chg="mod">
          <ac:chgData name="Minh Phạm Văn" userId="7abd8466ffbba0b8" providerId="LiveId" clId="{AF312EA7-287E-4E17-B7E5-552E53C3F784}" dt="2025-08-22T16:41:07.754" v="701" actId="5793"/>
          <ac:spMkLst>
            <pc:docMk/>
            <pc:sldMk cId="879018767" sldId="288"/>
            <ac:spMk id="3" creationId="{C11A2719-7C4D-3F60-3CB0-22CDAC9DEDF7}"/>
          </ac:spMkLst>
        </pc:spChg>
      </pc:sldChg>
      <pc:sldChg chg="modSp add mod">
        <pc:chgData name="Minh Phạm Văn" userId="7abd8466ffbba0b8" providerId="LiveId" clId="{AF312EA7-287E-4E17-B7E5-552E53C3F784}" dt="2025-08-22T16:40:54.306" v="698" actId="20577"/>
        <pc:sldMkLst>
          <pc:docMk/>
          <pc:sldMk cId="1387179063" sldId="289"/>
        </pc:sldMkLst>
        <pc:spChg chg="mod">
          <ac:chgData name="Minh Phạm Văn" userId="7abd8466ffbba0b8" providerId="LiveId" clId="{AF312EA7-287E-4E17-B7E5-552E53C3F784}" dt="2025-08-22T16:40:54.306" v="698" actId="20577"/>
          <ac:spMkLst>
            <pc:docMk/>
            <pc:sldMk cId="1387179063" sldId="289"/>
            <ac:spMk id="3" creationId="{C11A2719-7C4D-3F60-3CB0-22CDAC9DEDF7}"/>
          </ac:spMkLst>
        </pc:spChg>
      </pc:sldChg>
      <pc:sldChg chg="modSp add mod">
        <pc:chgData name="Minh Phạm Văn" userId="7abd8466ffbba0b8" providerId="LiveId" clId="{AF312EA7-287E-4E17-B7E5-552E53C3F784}" dt="2025-08-22T16:45:57.153" v="710" actId="255"/>
        <pc:sldMkLst>
          <pc:docMk/>
          <pc:sldMk cId="2537765981" sldId="290"/>
        </pc:sldMkLst>
        <pc:spChg chg="mod">
          <ac:chgData name="Minh Phạm Văn" userId="7abd8466ffbba0b8" providerId="LiveId" clId="{AF312EA7-287E-4E17-B7E5-552E53C3F784}" dt="2025-08-22T16:45:57.153" v="710" actId="255"/>
          <ac:spMkLst>
            <pc:docMk/>
            <pc:sldMk cId="2537765981" sldId="290"/>
            <ac:spMk id="3" creationId="{C11A2719-7C4D-3F60-3CB0-22CDAC9DEDF7}"/>
          </ac:spMkLst>
        </pc:spChg>
      </pc:sldChg>
      <pc:sldChg chg="modSp add mod">
        <pc:chgData name="Minh Phạm Văn" userId="7abd8466ffbba0b8" providerId="LiveId" clId="{AF312EA7-287E-4E17-B7E5-552E53C3F784}" dt="2025-08-22T17:09:27.011" v="715" actId="20577"/>
        <pc:sldMkLst>
          <pc:docMk/>
          <pc:sldMk cId="991317801" sldId="291"/>
        </pc:sldMkLst>
        <pc:spChg chg="mod">
          <ac:chgData name="Minh Phạm Văn" userId="7abd8466ffbba0b8" providerId="LiveId" clId="{AF312EA7-287E-4E17-B7E5-552E53C3F784}" dt="2025-08-22T17:09:27.011" v="715" actId="20577"/>
          <ac:spMkLst>
            <pc:docMk/>
            <pc:sldMk cId="991317801" sldId="291"/>
            <ac:spMk id="3" creationId="{C11A2719-7C4D-3F60-3CB0-22CDAC9DEDF7}"/>
          </ac:spMkLst>
        </pc:spChg>
      </pc:sldChg>
      <pc:sldChg chg="add del">
        <pc:chgData name="Minh Phạm Văn" userId="7abd8466ffbba0b8" providerId="LiveId" clId="{AF312EA7-287E-4E17-B7E5-552E53C3F784}" dt="2025-08-22T16:22:43.558" v="646" actId="47"/>
        <pc:sldMkLst>
          <pc:docMk/>
          <pc:sldMk cId="4291088515" sldId="292"/>
        </pc:sldMkLst>
      </pc:sldChg>
      <pc:sldChg chg="modSp add mod">
        <pc:chgData name="Minh Phạm Văn" userId="7abd8466ffbba0b8" providerId="LiveId" clId="{AF312EA7-287E-4E17-B7E5-552E53C3F784}" dt="2025-08-22T17:40:29.660" v="1544" actId="20577"/>
        <pc:sldMkLst>
          <pc:docMk/>
          <pc:sldMk cId="2802278139" sldId="293"/>
        </pc:sldMkLst>
        <pc:spChg chg="mod">
          <ac:chgData name="Minh Phạm Văn" userId="7abd8466ffbba0b8" providerId="LiveId" clId="{AF312EA7-287E-4E17-B7E5-552E53C3F784}" dt="2025-08-22T17:40:29.660" v="1544" actId="20577"/>
          <ac:spMkLst>
            <pc:docMk/>
            <pc:sldMk cId="2802278139" sldId="293"/>
            <ac:spMk id="3" creationId="{C11A2719-7C4D-3F60-3CB0-22CDAC9DEDF7}"/>
          </ac:spMkLst>
        </pc:spChg>
      </pc:sldChg>
      <pc:sldChg chg="addSp modSp add mod">
        <pc:chgData name="Minh Phạm Văn" userId="7abd8466ffbba0b8" providerId="LiveId" clId="{AF312EA7-287E-4E17-B7E5-552E53C3F784}" dt="2025-08-23T07:21:06.004" v="1776" actId="20577"/>
        <pc:sldMkLst>
          <pc:docMk/>
          <pc:sldMk cId="279936626" sldId="294"/>
        </pc:sldMkLst>
        <pc:spChg chg="mod">
          <ac:chgData name="Minh Phạm Văn" userId="7abd8466ffbba0b8" providerId="LiveId" clId="{AF312EA7-287E-4E17-B7E5-552E53C3F784}" dt="2025-08-23T07:21:06.004" v="1776" actId="20577"/>
          <ac:spMkLst>
            <pc:docMk/>
            <pc:sldMk cId="279936626" sldId="294"/>
            <ac:spMk id="3" creationId="{C11A2719-7C4D-3F60-3CB0-22CDAC9DEDF7}"/>
          </ac:spMkLst>
        </pc:spChg>
        <pc:spChg chg="add">
          <ac:chgData name="Minh Phạm Văn" userId="7abd8466ffbba0b8" providerId="LiveId" clId="{AF312EA7-287E-4E17-B7E5-552E53C3F784}" dt="2025-08-23T07:02:12.571" v="1550"/>
          <ac:spMkLst>
            <pc:docMk/>
            <pc:sldMk cId="279936626" sldId="294"/>
            <ac:spMk id="4" creationId="{9CD892C7-A54B-DF7B-40BA-BA8401D995E2}"/>
          </ac:spMkLst>
        </pc:spChg>
      </pc:sldChg>
      <pc:sldChg chg="addSp modSp add mod">
        <pc:chgData name="Minh Phạm Văn" userId="7abd8466ffbba0b8" providerId="LiveId" clId="{AF312EA7-287E-4E17-B7E5-552E53C3F784}" dt="2025-08-27T12:51:32.795" v="2952" actId="20577"/>
        <pc:sldMkLst>
          <pc:docMk/>
          <pc:sldMk cId="3624068230" sldId="295"/>
        </pc:sldMkLst>
        <pc:spChg chg="mod">
          <ac:chgData name="Minh Phạm Văn" userId="7abd8466ffbba0b8" providerId="LiveId" clId="{AF312EA7-287E-4E17-B7E5-552E53C3F784}" dt="2025-08-27T12:51:32.795" v="2952" actId="20577"/>
          <ac:spMkLst>
            <pc:docMk/>
            <pc:sldMk cId="3624068230" sldId="295"/>
            <ac:spMk id="3" creationId="{C11A2719-7C4D-3F60-3CB0-22CDAC9DEDF7}"/>
          </ac:spMkLst>
        </pc:spChg>
        <pc:spChg chg="add">
          <ac:chgData name="Minh Phạm Văn" userId="7abd8466ffbba0b8" providerId="LiveId" clId="{AF312EA7-287E-4E17-B7E5-552E53C3F784}" dt="2025-08-23T07:54:14.533" v="2170"/>
          <ac:spMkLst>
            <pc:docMk/>
            <pc:sldMk cId="3624068230" sldId="295"/>
            <ac:spMk id="4" creationId="{CB3DC9F4-D58A-3F73-B7E4-9116553843B2}"/>
          </ac:spMkLst>
        </pc:spChg>
      </pc:sldChg>
      <pc:sldChg chg="modSp add mod">
        <pc:chgData name="Minh Phạm Văn" userId="7abd8466ffbba0b8" providerId="LiveId" clId="{AF312EA7-287E-4E17-B7E5-552E53C3F784}" dt="2025-08-24T08:12:14.743" v="2239"/>
        <pc:sldMkLst>
          <pc:docMk/>
          <pc:sldMk cId="2250560134" sldId="296"/>
        </pc:sldMkLst>
        <pc:spChg chg="mod">
          <ac:chgData name="Minh Phạm Văn" userId="7abd8466ffbba0b8" providerId="LiveId" clId="{AF312EA7-287E-4E17-B7E5-552E53C3F784}" dt="2025-08-24T08:12:14.743" v="2239"/>
          <ac:spMkLst>
            <pc:docMk/>
            <pc:sldMk cId="2250560134" sldId="296"/>
            <ac:spMk id="3" creationId="{C11A2719-7C4D-3F60-3CB0-22CDAC9DEDF7}"/>
          </ac:spMkLst>
        </pc:spChg>
      </pc:sldChg>
      <pc:sldChg chg="addSp modSp add mod">
        <pc:chgData name="Minh Phạm Văn" userId="7abd8466ffbba0b8" providerId="LiveId" clId="{AF312EA7-287E-4E17-B7E5-552E53C3F784}" dt="2025-08-24T09:13:29.574" v="2538" actId="20577"/>
        <pc:sldMkLst>
          <pc:docMk/>
          <pc:sldMk cId="2965659085" sldId="297"/>
        </pc:sldMkLst>
        <pc:spChg chg="mod">
          <ac:chgData name="Minh Phạm Văn" userId="7abd8466ffbba0b8" providerId="LiveId" clId="{AF312EA7-287E-4E17-B7E5-552E53C3F784}" dt="2025-08-24T09:13:29.574" v="2538" actId="20577"/>
          <ac:spMkLst>
            <pc:docMk/>
            <pc:sldMk cId="2965659085" sldId="297"/>
            <ac:spMk id="3" creationId="{C11A2719-7C4D-3F60-3CB0-22CDAC9DEDF7}"/>
          </ac:spMkLst>
        </pc:spChg>
        <pc:spChg chg="add">
          <ac:chgData name="Minh Phạm Văn" userId="7abd8466ffbba0b8" providerId="LiveId" clId="{AF312EA7-287E-4E17-B7E5-552E53C3F784}" dt="2025-08-24T08:48:19.676" v="2520"/>
          <ac:spMkLst>
            <pc:docMk/>
            <pc:sldMk cId="2965659085" sldId="297"/>
            <ac:spMk id="4" creationId="{3DCD76DA-CC3A-9D6B-802F-4ACB46539764}"/>
          </ac:spMkLst>
        </pc:spChg>
      </pc:sldChg>
      <pc:sldChg chg="modSp add mod">
        <pc:chgData name="Minh Phạm Văn" userId="7abd8466ffbba0b8" providerId="LiveId" clId="{AF312EA7-287E-4E17-B7E5-552E53C3F784}" dt="2025-08-22T16:40:35.203" v="695" actId="20577"/>
        <pc:sldMkLst>
          <pc:docMk/>
          <pc:sldMk cId="1344222463" sldId="298"/>
        </pc:sldMkLst>
        <pc:spChg chg="mod">
          <ac:chgData name="Minh Phạm Văn" userId="7abd8466ffbba0b8" providerId="LiveId" clId="{AF312EA7-287E-4E17-B7E5-552E53C3F784}" dt="2025-08-22T16:40:35.203" v="695" actId="20577"/>
          <ac:spMkLst>
            <pc:docMk/>
            <pc:sldMk cId="1344222463" sldId="298"/>
            <ac:spMk id="3" creationId="{C11A2719-7C4D-3F60-3CB0-22CDAC9DEDF7}"/>
          </ac:spMkLst>
        </pc:spChg>
      </pc:sldChg>
      <pc:sldChg chg="modSp add mod">
        <pc:chgData name="Minh Phạm Văn" userId="7abd8466ffbba0b8" providerId="LiveId" clId="{AF312EA7-287E-4E17-B7E5-552E53C3F784}" dt="2025-08-22T16:46:04.349" v="711" actId="255"/>
        <pc:sldMkLst>
          <pc:docMk/>
          <pc:sldMk cId="3978908560" sldId="299"/>
        </pc:sldMkLst>
        <pc:spChg chg="mod">
          <ac:chgData name="Minh Phạm Văn" userId="7abd8466ffbba0b8" providerId="LiveId" clId="{AF312EA7-287E-4E17-B7E5-552E53C3F784}" dt="2025-08-22T16:46:04.349" v="711" actId="255"/>
          <ac:spMkLst>
            <pc:docMk/>
            <pc:sldMk cId="3978908560" sldId="299"/>
            <ac:spMk id="3" creationId="{C11A2719-7C4D-3F60-3CB0-22CDAC9DEDF7}"/>
          </ac:spMkLst>
        </pc:spChg>
      </pc:sldChg>
      <pc:sldChg chg="modSp add mod">
        <pc:chgData name="Minh Phạm Văn" userId="7abd8466ffbba0b8" providerId="LiveId" clId="{AF312EA7-287E-4E17-B7E5-552E53C3F784}" dt="2025-08-22T16:41:10.626" v="702" actId="20577"/>
        <pc:sldMkLst>
          <pc:docMk/>
          <pc:sldMk cId="4037057540" sldId="300"/>
        </pc:sldMkLst>
        <pc:spChg chg="mod">
          <ac:chgData name="Minh Phạm Văn" userId="7abd8466ffbba0b8" providerId="LiveId" clId="{AF312EA7-287E-4E17-B7E5-552E53C3F784}" dt="2025-08-22T16:41:10.626" v="702" actId="20577"/>
          <ac:spMkLst>
            <pc:docMk/>
            <pc:sldMk cId="4037057540" sldId="300"/>
            <ac:spMk id="3" creationId="{C11A2719-7C4D-3F60-3CB0-22CDAC9DEDF7}"/>
          </ac:spMkLst>
        </pc:spChg>
      </pc:sldChg>
      <pc:sldChg chg="modSp add mod">
        <pc:chgData name="Minh Phạm Văn" userId="7abd8466ffbba0b8" providerId="LiveId" clId="{AF312EA7-287E-4E17-B7E5-552E53C3F784}" dt="2025-08-22T17:28:49.137" v="1522" actId="20577"/>
        <pc:sldMkLst>
          <pc:docMk/>
          <pc:sldMk cId="2178020540" sldId="301"/>
        </pc:sldMkLst>
        <pc:spChg chg="mod">
          <ac:chgData name="Minh Phạm Văn" userId="7abd8466ffbba0b8" providerId="LiveId" clId="{AF312EA7-287E-4E17-B7E5-552E53C3F784}" dt="2025-08-22T17:28:49.137" v="1522" actId="20577"/>
          <ac:spMkLst>
            <pc:docMk/>
            <pc:sldMk cId="2178020540" sldId="301"/>
            <ac:spMk id="3" creationId="{C11A2719-7C4D-3F60-3CB0-22CDAC9DEDF7}"/>
          </ac:spMkLst>
        </pc:spChg>
      </pc:sldChg>
      <pc:sldChg chg="modSp add mod">
        <pc:chgData name="Minh Phạm Văn" userId="7abd8466ffbba0b8" providerId="LiveId" clId="{AF312EA7-287E-4E17-B7E5-552E53C3F784}" dt="2025-08-22T17:09:49.663" v="721"/>
        <pc:sldMkLst>
          <pc:docMk/>
          <pc:sldMk cId="2271398181" sldId="302"/>
        </pc:sldMkLst>
        <pc:spChg chg="mod">
          <ac:chgData name="Minh Phạm Văn" userId="7abd8466ffbba0b8" providerId="LiveId" clId="{AF312EA7-287E-4E17-B7E5-552E53C3F784}" dt="2025-08-22T17:09:49.663" v="721"/>
          <ac:spMkLst>
            <pc:docMk/>
            <pc:sldMk cId="2271398181" sldId="302"/>
            <ac:spMk id="3" creationId="{C11A2719-7C4D-3F60-3CB0-22CDAC9DEDF7}"/>
          </ac:spMkLst>
        </pc:spChg>
      </pc:sldChg>
      <pc:sldChg chg="modSp add mod">
        <pc:chgData name="Minh Phạm Văn" userId="7abd8466ffbba0b8" providerId="LiveId" clId="{AF312EA7-287E-4E17-B7E5-552E53C3F784}" dt="2025-08-23T07:59:49.806" v="2188" actId="15"/>
        <pc:sldMkLst>
          <pc:docMk/>
          <pc:sldMk cId="1328911551" sldId="303"/>
        </pc:sldMkLst>
        <pc:spChg chg="mod">
          <ac:chgData name="Minh Phạm Văn" userId="7abd8466ffbba0b8" providerId="LiveId" clId="{AF312EA7-287E-4E17-B7E5-552E53C3F784}" dt="2025-08-23T07:59:49.806" v="2188" actId="15"/>
          <ac:spMkLst>
            <pc:docMk/>
            <pc:sldMk cId="1328911551" sldId="303"/>
            <ac:spMk id="3" creationId="{C11A2719-7C4D-3F60-3CB0-22CDAC9DEDF7}"/>
          </ac:spMkLst>
        </pc:spChg>
      </pc:sldChg>
      <pc:sldChg chg="addSp delSp modSp add mod">
        <pc:chgData name="Minh Phạm Văn" userId="7abd8466ffbba0b8" providerId="LiveId" clId="{AF312EA7-287E-4E17-B7E5-552E53C3F784}" dt="2025-08-27T13:06:41.404" v="3286" actId="20577"/>
        <pc:sldMkLst>
          <pc:docMk/>
          <pc:sldMk cId="3442579732" sldId="304"/>
        </pc:sldMkLst>
        <pc:spChg chg="mod">
          <ac:chgData name="Minh Phạm Văn" userId="7abd8466ffbba0b8" providerId="LiveId" clId="{AF312EA7-287E-4E17-B7E5-552E53C3F784}" dt="2025-08-24T08:15:13.096" v="2290"/>
          <ac:spMkLst>
            <pc:docMk/>
            <pc:sldMk cId="3442579732" sldId="304"/>
            <ac:spMk id="2" creationId="{C837FA82-2D9D-774C-A512-423C0AEBF894}"/>
          </ac:spMkLst>
        </pc:spChg>
        <pc:spChg chg="mod">
          <ac:chgData name="Minh Phạm Văn" userId="7abd8466ffbba0b8" providerId="LiveId" clId="{AF312EA7-287E-4E17-B7E5-552E53C3F784}" dt="2025-08-27T13:06:41.404" v="3286" actId="20577"/>
          <ac:spMkLst>
            <pc:docMk/>
            <pc:sldMk cId="3442579732" sldId="304"/>
            <ac:spMk id="3" creationId="{C11A2719-7C4D-3F60-3CB0-22CDAC9DEDF7}"/>
          </ac:spMkLst>
        </pc:spChg>
        <pc:spChg chg="add del mod">
          <ac:chgData name="Minh Phạm Văn" userId="7abd8466ffbba0b8" providerId="LiveId" clId="{AF312EA7-287E-4E17-B7E5-552E53C3F784}" dt="2025-08-24T08:12:01.282" v="2237" actId="478"/>
          <ac:spMkLst>
            <pc:docMk/>
            <pc:sldMk cId="3442579732" sldId="304"/>
            <ac:spMk id="4" creationId="{5C08B0A0-65DE-9FE4-A245-19709752B721}"/>
          </ac:spMkLst>
        </pc:spChg>
        <pc:spChg chg="add">
          <ac:chgData name="Minh Phạm Văn" userId="7abd8466ffbba0b8" providerId="LiveId" clId="{AF312EA7-287E-4E17-B7E5-552E53C3F784}" dt="2025-08-24T08:10:27.282" v="2200"/>
          <ac:spMkLst>
            <pc:docMk/>
            <pc:sldMk cId="3442579732" sldId="304"/>
            <ac:spMk id="5" creationId="{E423FF52-B355-BA5C-0FF2-7E3BE4A2D4EF}"/>
          </ac:spMkLst>
        </pc:spChg>
        <pc:picChg chg="add mod">
          <ac:chgData name="Minh Phạm Văn" userId="7abd8466ffbba0b8" providerId="LiveId" clId="{AF312EA7-287E-4E17-B7E5-552E53C3F784}" dt="2025-08-24T08:10:50.207" v="2205" actId="14100"/>
          <ac:picMkLst>
            <pc:docMk/>
            <pc:sldMk cId="3442579732" sldId="304"/>
            <ac:picMk id="1030" creationId="{3BD7CB8C-6FD3-4027-C7D7-5168ABFAAAF4}"/>
          </ac:picMkLst>
        </pc:picChg>
        <pc:picChg chg="add mod">
          <ac:chgData name="Minh Phạm Văn" userId="7abd8466ffbba0b8" providerId="LiveId" clId="{AF312EA7-287E-4E17-B7E5-552E53C3F784}" dt="2025-08-24T08:11:58.703" v="2232" actId="1076"/>
          <ac:picMkLst>
            <pc:docMk/>
            <pc:sldMk cId="3442579732" sldId="304"/>
            <ac:picMk id="1032" creationId="{D797EF84-3F9E-C002-D77B-BF60E729C7A8}"/>
          </ac:picMkLst>
        </pc:picChg>
        <pc:picChg chg="add mod">
          <ac:chgData name="Minh Phạm Văn" userId="7abd8466ffbba0b8" providerId="LiveId" clId="{AF312EA7-287E-4E17-B7E5-552E53C3F784}" dt="2025-08-24T08:19:51.823" v="2323" actId="14100"/>
          <ac:picMkLst>
            <pc:docMk/>
            <pc:sldMk cId="3442579732" sldId="304"/>
            <ac:picMk id="1034" creationId="{47131ECE-6494-A357-8EF1-C0FDDA5F5726}"/>
          </ac:picMkLst>
        </pc:picChg>
      </pc:sldChg>
      <pc:sldChg chg="addSp modSp add mod">
        <pc:chgData name="Minh Phạm Văn" userId="7abd8466ffbba0b8" providerId="LiveId" clId="{AF312EA7-287E-4E17-B7E5-552E53C3F784}" dt="2025-08-24T09:34:16.835" v="2548" actId="5793"/>
        <pc:sldMkLst>
          <pc:docMk/>
          <pc:sldMk cId="1188116733" sldId="305"/>
        </pc:sldMkLst>
        <pc:spChg chg="mod">
          <ac:chgData name="Minh Phạm Văn" userId="7abd8466ffbba0b8" providerId="LiveId" clId="{AF312EA7-287E-4E17-B7E5-552E53C3F784}" dt="2025-08-24T09:34:16.835" v="2548" actId="5793"/>
          <ac:spMkLst>
            <pc:docMk/>
            <pc:sldMk cId="1188116733" sldId="305"/>
            <ac:spMk id="3" creationId="{C11A2719-7C4D-3F60-3CB0-22CDAC9DEDF7}"/>
          </ac:spMkLst>
        </pc:spChg>
        <pc:spChg chg="add">
          <ac:chgData name="Minh Phạm Văn" userId="7abd8466ffbba0b8" providerId="LiveId" clId="{AF312EA7-287E-4E17-B7E5-552E53C3F784}" dt="2025-08-24T09:15:32.756" v="2541"/>
          <ac:spMkLst>
            <pc:docMk/>
            <pc:sldMk cId="1188116733" sldId="305"/>
            <ac:spMk id="4" creationId="{933C79D3-54DB-2905-52CF-6C152F1E8209}"/>
          </ac:spMkLst>
        </pc:spChg>
      </pc:sldChg>
      <pc:sldChg chg="modSp add mod">
        <pc:chgData name="Minh Phạm Văn" userId="7abd8466ffbba0b8" providerId="LiveId" clId="{AF312EA7-287E-4E17-B7E5-552E53C3F784}" dt="2025-08-24T09:34:37.181" v="2557" actId="15"/>
        <pc:sldMkLst>
          <pc:docMk/>
          <pc:sldMk cId="1161559731" sldId="306"/>
        </pc:sldMkLst>
        <pc:spChg chg="mod">
          <ac:chgData name="Minh Phạm Văn" userId="7abd8466ffbba0b8" providerId="LiveId" clId="{AF312EA7-287E-4E17-B7E5-552E53C3F784}" dt="2025-08-24T09:34:37.181" v="2557" actId="15"/>
          <ac:spMkLst>
            <pc:docMk/>
            <pc:sldMk cId="1161559731" sldId="306"/>
            <ac:spMk id="3" creationId="{C11A2719-7C4D-3F60-3CB0-22CDAC9DEDF7}"/>
          </ac:spMkLst>
        </pc:spChg>
      </pc:sldChg>
      <pc:sldChg chg="modSp add mod">
        <pc:chgData name="Minh Phạm Văn" userId="7abd8466ffbba0b8" providerId="LiveId" clId="{AF312EA7-287E-4E17-B7E5-552E53C3F784}" dt="2025-08-24T10:04:48.908" v="2612" actId="113"/>
        <pc:sldMkLst>
          <pc:docMk/>
          <pc:sldMk cId="1720521524" sldId="307"/>
        </pc:sldMkLst>
        <pc:spChg chg="mod">
          <ac:chgData name="Minh Phạm Văn" userId="7abd8466ffbba0b8" providerId="LiveId" clId="{AF312EA7-287E-4E17-B7E5-552E53C3F784}" dt="2025-08-24T10:04:48.908" v="2612" actId="113"/>
          <ac:spMkLst>
            <pc:docMk/>
            <pc:sldMk cId="1720521524" sldId="307"/>
            <ac:spMk id="3" creationId="{C11A2719-7C4D-3F60-3CB0-22CDAC9DEDF7}"/>
          </ac:spMkLst>
        </pc:spChg>
      </pc:sldChg>
      <pc:sldChg chg="modSp add mod">
        <pc:chgData name="Minh Phạm Văn" userId="7abd8466ffbba0b8" providerId="LiveId" clId="{AF312EA7-287E-4E17-B7E5-552E53C3F784}" dt="2025-08-24T10:04:45.131" v="2611" actId="113"/>
        <pc:sldMkLst>
          <pc:docMk/>
          <pc:sldMk cId="888958504" sldId="308"/>
        </pc:sldMkLst>
        <pc:spChg chg="mod">
          <ac:chgData name="Minh Phạm Văn" userId="7abd8466ffbba0b8" providerId="LiveId" clId="{AF312EA7-287E-4E17-B7E5-552E53C3F784}" dt="2025-08-24T10:04:45.131" v="2611" actId="113"/>
          <ac:spMkLst>
            <pc:docMk/>
            <pc:sldMk cId="888958504" sldId="308"/>
            <ac:spMk id="3" creationId="{C11A2719-7C4D-3F60-3CB0-22CDAC9DEDF7}"/>
          </ac:spMkLst>
        </pc:spChg>
      </pc:sldChg>
      <pc:sldChg chg="modSp add mod">
        <pc:chgData name="Minh Phạm Văn" userId="7abd8466ffbba0b8" providerId="LiveId" clId="{AF312EA7-287E-4E17-B7E5-552E53C3F784}" dt="2025-08-24T10:05:17.376" v="2616" actId="20577"/>
        <pc:sldMkLst>
          <pc:docMk/>
          <pc:sldMk cId="2123965125" sldId="309"/>
        </pc:sldMkLst>
        <pc:spChg chg="mod">
          <ac:chgData name="Minh Phạm Văn" userId="7abd8466ffbba0b8" providerId="LiveId" clId="{AF312EA7-287E-4E17-B7E5-552E53C3F784}" dt="2025-08-24T10:05:17.376" v="2616" actId="20577"/>
          <ac:spMkLst>
            <pc:docMk/>
            <pc:sldMk cId="2123965125" sldId="309"/>
            <ac:spMk id="3" creationId="{C11A2719-7C4D-3F60-3CB0-22CDAC9DEDF7}"/>
          </ac:spMkLst>
        </pc:spChg>
      </pc:sldChg>
      <pc:sldChg chg="modSp add mod">
        <pc:chgData name="Minh Phạm Văn" userId="7abd8466ffbba0b8" providerId="LiveId" clId="{AF312EA7-287E-4E17-B7E5-552E53C3F784}" dt="2025-08-24T10:06:09.281" v="2622" actId="15"/>
        <pc:sldMkLst>
          <pc:docMk/>
          <pc:sldMk cId="193459730" sldId="310"/>
        </pc:sldMkLst>
        <pc:spChg chg="mod">
          <ac:chgData name="Minh Phạm Văn" userId="7abd8466ffbba0b8" providerId="LiveId" clId="{AF312EA7-287E-4E17-B7E5-552E53C3F784}" dt="2025-08-24T10:06:09.281" v="2622" actId="15"/>
          <ac:spMkLst>
            <pc:docMk/>
            <pc:sldMk cId="193459730" sldId="310"/>
            <ac:spMk id="3" creationId="{C11A2719-7C4D-3F60-3CB0-22CDAC9DEDF7}"/>
          </ac:spMkLst>
        </pc:spChg>
      </pc:sldChg>
      <pc:sldChg chg="modSp add mod">
        <pc:chgData name="Minh Phạm Văn" userId="7abd8466ffbba0b8" providerId="LiveId" clId="{AF312EA7-287E-4E17-B7E5-552E53C3F784}" dt="2025-08-24T10:06:27.361" v="2627" actId="20577"/>
        <pc:sldMkLst>
          <pc:docMk/>
          <pc:sldMk cId="3991152047" sldId="311"/>
        </pc:sldMkLst>
        <pc:spChg chg="mod">
          <ac:chgData name="Minh Phạm Văn" userId="7abd8466ffbba0b8" providerId="LiveId" clId="{AF312EA7-287E-4E17-B7E5-552E53C3F784}" dt="2025-08-24T10:06:27.361" v="2627" actId="20577"/>
          <ac:spMkLst>
            <pc:docMk/>
            <pc:sldMk cId="3991152047" sldId="311"/>
            <ac:spMk id="3" creationId="{C11A2719-7C4D-3F60-3CB0-22CDAC9DEDF7}"/>
          </ac:spMkLst>
        </pc:spChg>
      </pc:sldChg>
      <pc:sldChg chg="modSp add mod">
        <pc:chgData name="Minh Phạm Văn" userId="7abd8466ffbba0b8" providerId="LiveId" clId="{AF312EA7-287E-4E17-B7E5-552E53C3F784}" dt="2025-08-24T10:07:48.057" v="2664" actId="20577"/>
        <pc:sldMkLst>
          <pc:docMk/>
          <pc:sldMk cId="186190643" sldId="312"/>
        </pc:sldMkLst>
        <pc:spChg chg="mod">
          <ac:chgData name="Minh Phạm Văn" userId="7abd8466ffbba0b8" providerId="LiveId" clId="{AF312EA7-287E-4E17-B7E5-552E53C3F784}" dt="2025-08-24T10:07:48.057" v="2664" actId="20577"/>
          <ac:spMkLst>
            <pc:docMk/>
            <pc:sldMk cId="186190643" sldId="312"/>
            <ac:spMk id="3" creationId="{C11A2719-7C4D-3F60-3CB0-22CDAC9DEDF7}"/>
          </ac:spMkLst>
        </pc:spChg>
      </pc:sldChg>
      <pc:sldChg chg="modSp add mod">
        <pc:chgData name="Minh Phạm Văn" userId="7abd8466ffbba0b8" providerId="LiveId" clId="{AF312EA7-287E-4E17-B7E5-552E53C3F784}" dt="2025-08-24T10:08:24.395" v="2681" actId="15"/>
        <pc:sldMkLst>
          <pc:docMk/>
          <pc:sldMk cId="1113831416" sldId="313"/>
        </pc:sldMkLst>
        <pc:spChg chg="mod">
          <ac:chgData name="Minh Phạm Văn" userId="7abd8466ffbba0b8" providerId="LiveId" clId="{AF312EA7-287E-4E17-B7E5-552E53C3F784}" dt="2025-08-24T10:08:24.395" v="2681" actId="15"/>
          <ac:spMkLst>
            <pc:docMk/>
            <pc:sldMk cId="1113831416" sldId="313"/>
            <ac:spMk id="3" creationId="{C11A2719-7C4D-3F60-3CB0-22CDAC9DEDF7}"/>
          </ac:spMkLst>
        </pc:spChg>
      </pc:sldChg>
      <pc:sldChg chg="modSp add mod">
        <pc:chgData name="Minh Phạm Văn" userId="7abd8466ffbba0b8" providerId="LiveId" clId="{AF312EA7-287E-4E17-B7E5-552E53C3F784}" dt="2025-08-24T10:08:40.442" v="2685" actId="15"/>
        <pc:sldMkLst>
          <pc:docMk/>
          <pc:sldMk cId="1541399030" sldId="314"/>
        </pc:sldMkLst>
        <pc:spChg chg="mod">
          <ac:chgData name="Minh Phạm Văn" userId="7abd8466ffbba0b8" providerId="LiveId" clId="{AF312EA7-287E-4E17-B7E5-552E53C3F784}" dt="2025-08-24T10:08:40.442" v="2685" actId="15"/>
          <ac:spMkLst>
            <pc:docMk/>
            <pc:sldMk cId="1541399030" sldId="314"/>
            <ac:spMk id="3" creationId="{C11A2719-7C4D-3F60-3CB0-22CDAC9DEDF7}"/>
          </ac:spMkLst>
        </pc:spChg>
      </pc:sldChg>
      <pc:sldChg chg="modSp add mod">
        <pc:chgData name="Minh Phạm Văn" userId="7abd8466ffbba0b8" providerId="LiveId" clId="{AF312EA7-287E-4E17-B7E5-552E53C3F784}" dt="2025-08-24T10:09:42.609" v="2691" actId="20577"/>
        <pc:sldMkLst>
          <pc:docMk/>
          <pc:sldMk cId="2875447780" sldId="315"/>
        </pc:sldMkLst>
        <pc:spChg chg="mod">
          <ac:chgData name="Minh Phạm Văn" userId="7abd8466ffbba0b8" providerId="LiveId" clId="{AF312EA7-287E-4E17-B7E5-552E53C3F784}" dt="2025-08-24T10:09:42.609" v="2691" actId="20577"/>
          <ac:spMkLst>
            <pc:docMk/>
            <pc:sldMk cId="2875447780" sldId="315"/>
            <ac:spMk id="3" creationId="{C11A2719-7C4D-3F60-3CB0-22CDAC9DEDF7}"/>
          </ac:spMkLst>
        </pc:spChg>
      </pc:sldChg>
      <pc:sldChg chg="modSp add mod">
        <pc:chgData name="Minh Phạm Văn" userId="7abd8466ffbba0b8" providerId="LiveId" clId="{AF312EA7-287E-4E17-B7E5-552E53C3F784}" dt="2025-08-24T10:09:47.545" v="2692" actId="20577"/>
        <pc:sldMkLst>
          <pc:docMk/>
          <pc:sldMk cId="576989577" sldId="316"/>
        </pc:sldMkLst>
        <pc:spChg chg="mod">
          <ac:chgData name="Minh Phạm Văn" userId="7abd8466ffbba0b8" providerId="LiveId" clId="{AF312EA7-287E-4E17-B7E5-552E53C3F784}" dt="2025-08-24T10:09:47.545" v="2692" actId="20577"/>
          <ac:spMkLst>
            <pc:docMk/>
            <pc:sldMk cId="576989577" sldId="316"/>
            <ac:spMk id="3" creationId="{C11A2719-7C4D-3F60-3CB0-22CDAC9DEDF7}"/>
          </ac:spMkLst>
        </pc:spChg>
      </pc:sldChg>
      <pc:sldChg chg="modSp add mod">
        <pc:chgData name="Minh Phạm Văn" userId="7abd8466ffbba0b8" providerId="LiveId" clId="{AF312EA7-287E-4E17-B7E5-552E53C3F784}" dt="2025-08-24T10:11:18.910" v="2698" actId="255"/>
        <pc:sldMkLst>
          <pc:docMk/>
          <pc:sldMk cId="3942268298" sldId="317"/>
        </pc:sldMkLst>
        <pc:spChg chg="mod">
          <ac:chgData name="Minh Phạm Văn" userId="7abd8466ffbba0b8" providerId="LiveId" clId="{AF312EA7-287E-4E17-B7E5-552E53C3F784}" dt="2025-08-24T10:11:18.910" v="2698" actId="255"/>
          <ac:spMkLst>
            <pc:docMk/>
            <pc:sldMk cId="3942268298" sldId="317"/>
            <ac:spMk id="3" creationId="{C11A2719-7C4D-3F60-3CB0-22CDAC9DEDF7}"/>
          </ac:spMkLst>
        </pc:spChg>
      </pc:sldChg>
      <pc:sldChg chg="modSp add mod">
        <pc:chgData name="Minh Phạm Văn" userId="7abd8466ffbba0b8" providerId="LiveId" clId="{AF312EA7-287E-4E17-B7E5-552E53C3F784}" dt="2025-08-24T10:12:37.989" v="2716"/>
        <pc:sldMkLst>
          <pc:docMk/>
          <pc:sldMk cId="2227833084" sldId="318"/>
        </pc:sldMkLst>
        <pc:spChg chg="mod">
          <ac:chgData name="Minh Phạm Văn" userId="7abd8466ffbba0b8" providerId="LiveId" clId="{AF312EA7-287E-4E17-B7E5-552E53C3F784}" dt="2025-08-24T10:12:37.989" v="2716"/>
          <ac:spMkLst>
            <pc:docMk/>
            <pc:sldMk cId="2227833084" sldId="318"/>
            <ac:spMk id="3" creationId="{C11A2719-7C4D-3F60-3CB0-22CDAC9DEDF7}"/>
          </ac:spMkLst>
        </pc:spChg>
      </pc:sldChg>
      <pc:sldChg chg="add del">
        <pc:chgData name="Minh Phạm Văn" userId="7abd8466ffbba0b8" providerId="LiveId" clId="{AF312EA7-287E-4E17-B7E5-552E53C3F784}" dt="2025-08-24T10:11:25.034" v="2699" actId="2696"/>
        <pc:sldMkLst>
          <pc:docMk/>
          <pc:sldMk cId="3462890100" sldId="318"/>
        </pc:sldMkLst>
      </pc:sldChg>
      <pc:sldChg chg="addSp modSp add mod">
        <pc:chgData name="Minh Phạm Văn" userId="7abd8466ffbba0b8" providerId="LiveId" clId="{AF312EA7-287E-4E17-B7E5-552E53C3F784}" dt="2025-08-24T10:13:51.654" v="2739" actId="20577"/>
        <pc:sldMkLst>
          <pc:docMk/>
          <pc:sldMk cId="4102697655" sldId="319"/>
        </pc:sldMkLst>
        <pc:spChg chg="mod">
          <ac:chgData name="Minh Phạm Văn" userId="7abd8466ffbba0b8" providerId="LiveId" clId="{AF312EA7-287E-4E17-B7E5-552E53C3F784}" dt="2025-08-24T10:13:51.654" v="2739" actId="20577"/>
          <ac:spMkLst>
            <pc:docMk/>
            <pc:sldMk cId="4102697655" sldId="319"/>
            <ac:spMk id="3" creationId="{C11A2719-7C4D-3F60-3CB0-22CDAC9DEDF7}"/>
          </ac:spMkLst>
        </pc:spChg>
        <pc:spChg chg="add">
          <ac:chgData name="Minh Phạm Văn" userId="7abd8466ffbba0b8" providerId="LiveId" clId="{AF312EA7-287E-4E17-B7E5-552E53C3F784}" dt="2025-08-24T10:13:02.010" v="2720"/>
          <ac:spMkLst>
            <pc:docMk/>
            <pc:sldMk cId="4102697655" sldId="319"/>
            <ac:spMk id="4" creationId="{9FC8907F-A231-562A-5C93-2F07C4C25B9C}"/>
          </ac:spMkLst>
        </pc:spChg>
        <pc:spChg chg="add">
          <ac:chgData name="Minh Phạm Văn" userId="7abd8466ffbba0b8" providerId="LiveId" clId="{AF312EA7-287E-4E17-B7E5-552E53C3F784}" dt="2025-08-24T10:13:18.585" v="2726"/>
          <ac:spMkLst>
            <pc:docMk/>
            <pc:sldMk cId="4102697655" sldId="319"/>
            <ac:spMk id="5" creationId="{1496990F-F414-86B7-B747-AB8F2E69C44C}"/>
          </ac:spMkLst>
        </pc:spChg>
      </pc:sldChg>
      <pc:sldChg chg="modSp add mod">
        <pc:chgData name="Minh Phạm Văn" userId="7abd8466ffbba0b8" providerId="LiveId" clId="{AF312EA7-287E-4E17-B7E5-552E53C3F784}" dt="2025-08-24T10:15:17.904" v="2782" actId="20577"/>
        <pc:sldMkLst>
          <pc:docMk/>
          <pc:sldMk cId="1763377045" sldId="320"/>
        </pc:sldMkLst>
        <pc:spChg chg="mod">
          <ac:chgData name="Minh Phạm Văn" userId="7abd8466ffbba0b8" providerId="LiveId" clId="{AF312EA7-287E-4E17-B7E5-552E53C3F784}" dt="2025-08-24T10:15:17.904" v="2782" actId="20577"/>
          <ac:spMkLst>
            <pc:docMk/>
            <pc:sldMk cId="1763377045" sldId="320"/>
            <ac:spMk id="3" creationId="{C11A2719-7C4D-3F60-3CB0-22CDAC9DEDF7}"/>
          </ac:spMkLst>
        </pc:spChg>
      </pc:sldChg>
      <pc:sldChg chg="modSp add mod">
        <pc:chgData name="Minh Phạm Văn" userId="7abd8466ffbba0b8" providerId="LiveId" clId="{AF312EA7-287E-4E17-B7E5-552E53C3F784}" dt="2025-08-24T10:15:13.079" v="2781" actId="20577"/>
        <pc:sldMkLst>
          <pc:docMk/>
          <pc:sldMk cId="2093006542" sldId="321"/>
        </pc:sldMkLst>
        <pc:spChg chg="mod">
          <ac:chgData name="Minh Phạm Văn" userId="7abd8466ffbba0b8" providerId="LiveId" clId="{AF312EA7-287E-4E17-B7E5-552E53C3F784}" dt="2025-08-24T10:15:13.079" v="2781" actId="20577"/>
          <ac:spMkLst>
            <pc:docMk/>
            <pc:sldMk cId="2093006542" sldId="321"/>
            <ac:spMk id="3" creationId="{C11A2719-7C4D-3F60-3CB0-22CDAC9DEDF7}"/>
          </ac:spMkLst>
        </pc:spChg>
      </pc:sldChg>
      <pc:sldChg chg="addSp modSp add mod">
        <pc:chgData name="Minh Phạm Văn" userId="7abd8466ffbba0b8" providerId="LiveId" clId="{AF312EA7-287E-4E17-B7E5-552E53C3F784}" dt="2025-08-24T10:16:57.704" v="2847" actId="20577"/>
        <pc:sldMkLst>
          <pc:docMk/>
          <pc:sldMk cId="1691154115" sldId="322"/>
        </pc:sldMkLst>
        <pc:spChg chg="mod">
          <ac:chgData name="Minh Phạm Văn" userId="7abd8466ffbba0b8" providerId="LiveId" clId="{AF312EA7-287E-4E17-B7E5-552E53C3F784}" dt="2025-08-24T10:16:57.704" v="2847" actId="20577"/>
          <ac:spMkLst>
            <pc:docMk/>
            <pc:sldMk cId="1691154115" sldId="322"/>
            <ac:spMk id="3" creationId="{C11A2719-7C4D-3F60-3CB0-22CDAC9DEDF7}"/>
          </ac:spMkLst>
        </pc:spChg>
        <pc:spChg chg="add">
          <ac:chgData name="Minh Phạm Văn" userId="7abd8466ffbba0b8" providerId="LiveId" clId="{AF312EA7-287E-4E17-B7E5-552E53C3F784}" dt="2025-08-24T10:15:33.371" v="2784"/>
          <ac:spMkLst>
            <pc:docMk/>
            <pc:sldMk cId="1691154115" sldId="322"/>
            <ac:spMk id="4" creationId="{DE19576A-1AD6-9114-EE59-12756B75336E}"/>
          </ac:spMkLst>
        </pc:spChg>
      </pc:sldChg>
      <pc:sldChg chg="modSp add mod">
        <pc:chgData name="Minh Phạm Văn" userId="7abd8466ffbba0b8" providerId="LiveId" clId="{AF312EA7-287E-4E17-B7E5-552E53C3F784}" dt="2025-08-24T10:16:45.239" v="2839" actId="14"/>
        <pc:sldMkLst>
          <pc:docMk/>
          <pc:sldMk cId="757241129" sldId="323"/>
        </pc:sldMkLst>
        <pc:spChg chg="mod">
          <ac:chgData name="Minh Phạm Văn" userId="7abd8466ffbba0b8" providerId="LiveId" clId="{AF312EA7-287E-4E17-B7E5-552E53C3F784}" dt="2025-08-24T10:16:45.239" v="2839" actId="14"/>
          <ac:spMkLst>
            <pc:docMk/>
            <pc:sldMk cId="757241129" sldId="323"/>
            <ac:spMk id="3" creationId="{C11A2719-7C4D-3F60-3CB0-22CDAC9DEDF7}"/>
          </ac:spMkLst>
        </pc:spChg>
      </pc:sldChg>
      <pc:sldChg chg="addSp delSp modSp add mod">
        <pc:chgData name="Minh Phạm Văn" userId="7abd8466ffbba0b8" providerId="LiveId" clId="{AF312EA7-287E-4E17-B7E5-552E53C3F784}" dt="2025-08-24T10:18:14.214" v="2881" actId="20577"/>
        <pc:sldMkLst>
          <pc:docMk/>
          <pc:sldMk cId="519733783" sldId="324"/>
        </pc:sldMkLst>
        <pc:spChg chg="add del mod">
          <ac:chgData name="Minh Phạm Văn" userId="7abd8466ffbba0b8" providerId="LiveId" clId="{AF312EA7-287E-4E17-B7E5-552E53C3F784}" dt="2025-08-24T10:18:14.214" v="2881" actId="20577"/>
          <ac:spMkLst>
            <pc:docMk/>
            <pc:sldMk cId="519733783" sldId="324"/>
            <ac:spMk id="3" creationId="{C11A2719-7C4D-3F60-3CB0-22CDAC9DEDF7}"/>
          </ac:spMkLst>
        </pc:spChg>
        <pc:spChg chg="add del mod">
          <ac:chgData name="Minh Phạm Văn" userId="7abd8466ffbba0b8" providerId="LiveId" clId="{AF312EA7-287E-4E17-B7E5-552E53C3F784}" dt="2025-08-24T10:17:53.362" v="2870" actId="478"/>
          <ac:spMkLst>
            <pc:docMk/>
            <pc:sldMk cId="519733783" sldId="324"/>
            <ac:spMk id="5" creationId="{6DDE0314-C6E8-40BF-FDB1-C9C977076CF7}"/>
          </ac:spMkLst>
        </pc:spChg>
      </pc:sldChg>
      <pc:sldChg chg="modSp add mod">
        <pc:chgData name="Minh Phạm Văn" userId="7abd8466ffbba0b8" providerId="LiveId" clId="{AF312EA7-287E-4E17-B7E5-552E53C3F784}" dt="2025-08-24T10:18:19.742" v="2882" actId="20577"/>
        <pc:sldMkLst>
          <pc:docMk/>
          <pc:sldMk cId="1897298883" sldId="325"/>
        </pc:sldMkLst>
        <pc:spChg chg="mod">
          <ac:chgData name="Minh Phạm Văn" userId="7abd8466ffbba0b8" providerId="LiveId" clId="{AF312EA7-287E-4E17-B7E5-552E53C3F784}" dt="2025-08-24T10:18:19.742" v="2882" actId="20577"/>
          <ac:spMkLst>
            <pc:docMk/>
            <pc:sldMk cId="1897298883" sldId="325"/>
            <ac:spMk id="3" creationId="{C11A2719-7C4D-3F60-3CB0-22CDAC9DED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92FF-2B7F-A5B3-4C06-3DB0809AA4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989942F3-AB19-D9E9-0261-1DC4A06E6E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67083453-79FE-3DDA-1D29-96A65573361B}"/>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49221318-D63C-62B1-962A-45A0FC93C5C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C437EA2-AD40-8796-51D1-4B3334378723}"/>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1542164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439DA-AC5A-0ECD-9892-288FEB29A44E}"/>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C24D53-1E2F-B971-848B-8A71A458AA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A1CCAEBE-D11B-E1C5-6C58-12493146D57C}"/>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BCCF908B-769B-8E61-04FE-22AAE8CD545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22BC122-1750-4E5E-1F6A-9D6E5909E42E}"/>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403425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843E-6D83-3180-18AE-A88A955628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3F7ECCA2-2D9F-2951-F4D5-A8EA9DD558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662C69-2B1D-72C0-6DDC-8CA67773AAEF}"/>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4812586A-C014-F781-2377-9E1F604C088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858EC38-C542-0DA6-DCF6-7817E20EFF77}"/>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3902975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CB33-C828-D9D6-08DA-5F9A970EC12E}"/>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B08BDDC-C0B9-F3B0-EDB3-33C66AEF0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14D1DE65-1D39-4152-F831-8A335920DB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CA522CF6-1F0D-4935-B1C6-6F7CE73AC7D3}"/>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6" name="Footer Placeholder 5">
            <a:extLst>
              <a:ext uri="{FF2B5EF4-FFF2-40B4-BE49-F238E27FC236}">
                <a16:creationId xmlns:a16="http://schemas.microsoft.com/office/drawing/2014/main" id="{6E778908-981E-F660-AB56-35F56F8D7BB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FB61D7C6-2295-F330-1F48-45C8FD9152B1}"/>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4271906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A816-E1B1-55FA-DF6D-E0583FC310E1}"/>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C3C6EDB4-1BBD-D963-C825-952F031DC4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F3D217-6D14-5D5F-DF74-0086AB51D5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11E7E00A-BE18-1F3D-BB3F-2390456471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3B6D05-CC2D-42C3-B90E-233DAF01ED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0C0BBCE9-7DD0-FDFA-CE15-93C3977501BE}"/>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8" name="Footer Placeholder 7">
            <a:extLst>
              <a:ext uri="{FF2B5EF4-FFF2-40B4-BE49-F238E27FC236}">
                <a16:creationId xmlns:a16="http://schemas.microsoft.com/office/drawing/2014/main" id="{C82A6BAF-F1DC-0C9C-8A3F-867A5F624651}"/>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B610FB78-52A5-3CAE-3BA1-14BDD5D228DF}"/>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4293804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BAADF-528F-6EA9-E9F5-C203A7187199}"/>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FAC3EA1B-7996-82DE-D800-D8F137D395E5}"/>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4" name="Footer Placeholder 3">
            <a:extLst>
              <a:ext uri="{FF2B5EF4-FFF2-40B4-BE49-F238E27FC236}">
                <a16:creationId xmlns:a16="http://schemas.microsoft.com/office/drawing/2014/main" id="{E3FDBBF4-80DA-E667-07BD-65A27CDAFCD8}"/>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768A946C-5B33-27B3-F2E8-67DBB40469C5}"/>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3027291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430DF-3565-0F91-AEF4-C80EA8D235F0}"/>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3" name="Footer Placeholder 2">
            <a:extLst>
              <a:ext uri="{FF2B5EF4-FFF2-40B4-BE49-F238E27FC236}">
                <a16:creationId xmlns:a16="http://schemas.microsoft.com/office/drawing/2014/main" id="{3149AD29-0CCF-9282-B855-7827C53FC079}"/>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B2442562-D8F3-9A22-6A66-005A2AEABC02}"/>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1992847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9967-8EC1-E52A-A820-08FCC2B138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BC988924-B047-5B37-1E54-4861701BA1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E9F0EF53-EBF5-DE3B-1737-DFA31C0FF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49A8A-D558-B152-8D85-B736B29F6FEB}"/>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6" name="Footer Placeholder 5">
            <a:extLst>
              <a:ext uri="{FF2B5EF4-FFF2-40B4-BE49-F238E27FC236}">
                <a16:creationId xmlns:a16="http://schemas.microsoft.com/office/drawing/2014/main" id="{A0827612-002A-4A4A-85F4-D956FED8D20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7D18757-7629-03FB-8BF3-3292992A3D01}"/>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418571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7331C-2022-C28F-2F35-200CA85E77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36B3DDD6-F4D9-D163-7848-AB8ADA938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8C33115C-DB3D-7067-89C4-E2BE8E543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3434E-B378-EFBA-FA53-A3EB61108B05}"/>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6" name="Footer Placeholder 5">
            <a:extLst>
              <a:ext uri="{FF2B5EF4-FFF2-40B4-BE49-F238E27FC236}">
                <a16:creationId xmlns:a16="http://schemas.microsoft.com/office/drawing/2014/main" id="{5673FD14-0CE7-1EB5-054D-E08559CC279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15FF1D2-4EF5-86A1-358D-3EF0A47A98C5}"/>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2453661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F75A1-CE1A-9D64-03CD-DBB6C53EC1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B887F06C-EFF7-2350-15E2-0E20574439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7A3FB4F-FF24-02EA-EAF9-5F4DF40240FA}"/>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88AD3A0E-4F75-2319-41A5-072812878B8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60B0977-C341-5750-9D10-790833B921DF}"/>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1935329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9C7F43-F2BB-1B45-9EBC-6BCE01B7FC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EF1D4B49-0054-4434-B51B-7339795243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17F2494-1CC8-687A-D583-ABA4AB0EF32C}"/>
              </a:ext>
            </a:extLst>
          </p:cNvPr>
          <p:cNvSpPr>
            <a:spLocks noGrp="1"/>
          </p:cNvSpPr>
          <p:nvPr>
            <p:ph type="dt" sz="half" idx="10"/>
          </p:nvPr>
        </p:nvSpPr>
        <p:spPr/>
        <p:txBody>
          <a:body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31EB08E3-3816-7CAE-FBD8-5B677E1F818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EDE42E5-538E-D3FC-6152-060043975EBA}"/>
              </a:ext>
            </a:extLst>
          </p:cNvPr>
          <p:cNvSpPr>
            <a:spLocks noGrp="1"/>
          </p:cNvSpPr>
          <p:nvPr>
            <p:ph type="sldNum" sz="quarter" idx="12"/>
          </p:nvPr>
        </p:nvSpPr>
        <p:spPr/>
        <p:txBody>
          <a:bodyPr/>
          <a:lstStyle/>
          <a:p>
            <a:fld id="{E7A352EE-B443-4A69-B059-8270D5B0C7BD}" type="slidenum">
              <a:rPr lang="vi-VN" smtClean="0"/>
              <a:t>‹#›</a:t>
            </a:fld>
            <a:endParaRPr lang="vi-VN"/>
          </a:p>
        </p:txBody>
      </p:sp>
    </p:spTree>
    <p:extLst>
      <p:ext uri="{BB962C8B-B14F-4D97-AF65-F5344CB8AC3E}">
        <p14:creationId xmlns:p14="http://schemas.microsoft.com/office/powerpoint/2010/main" val="798800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D18F38-C35C-47F7-29C6-29CA20C8B3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E632E9E-DD9C-6B38-FC28-1EECBF9E6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C28E9F2-94DF-CBBC-1AD3-A7C2BB37FF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2023C4-C773-46D9-810F-A687F0A32E31}" type="datetimeFigureOut">
              <a:rPr lang="vi-VN" smtClean="0"/>
              <a:t>27/08/2025</a:t>
            </a:fld>
            <a:endParaRPr lang="vi-VN"/>
          </a:p>
        </p:txBody>
      </p:sp>
      <p:sp>
        <p:nvSpPr>
          <p:cNvPr id="5" name="Footer Placeholder 4">
            <a:extLst>
              <a:ext uri="{FF2B5EF4-FFF2-40B4-BE49-F238E27FC236}">
                <a16:creationId xmlns:a16="http://schemas.microsoft.com/office/drawing/2014/main" id="{1FF58DF8-E90D-557D-B6D4-1E55211FF0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C40B13F8-62A1-0272-B045-A7B1AB82BE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A352EE-B443-4A69-B059-8270D5B0C7BD}" type="slidenum">
              <a:rPr lang="vi-VN" smtClean="0"/>
              <a:t>‹#›</a:t>
            </a:fld>
            <a:endParaRPr lang="vi-VN"/>
          </a:p>
        </p:txBody>
      </p:sp>
    </p:spTree>
    <p:extLst>
      <p:ext uri="{BB962C8B-B14F-4D97-AF65-F5344CB8AC3E}">
        <p14:creationId xmlns:p14="http://schemas.microsoft.com/office/powerpoint/2010/main" val="3351091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4E843-3259-AA34-D478-BC47EAA217D1}"/>
              </a:ext>
            </a:extLst>
          </p:cNvPr>
          <p:cNvSpPr>
            <a:spLocks noGrp="1"/>
          </p:cNvSpPr>
          <p:nvPr>
            <p:ph type="ctrTitle"/>
          </p:nvPr>
        </p:nvSpPr>
        <p:spPr/>
        <p:txBody>
          <a:bodyPr/>
          <a:lstStyle/>
          <a:p>
            <a:r>
              <a:rPr lang="en-US" dirty="0"/>
              <a:t>Knowledge Graph</a:t>
            </a:r>
            <a:endParaRPr lang="vi-VN" dirty="0"/>
          </a:p>
        </p:txBody>
      </p:sp>
      <p:sp>
        <p:nvSpPr>
          <p:cNvPr id="3" name="Subtitle 2">
            <a:extLst>
              <a:ext uri="{FF2B5EF4-FFF2-40B4-BE49-F238E27FC236}">
                <a16:creationId xmlns:a16="http://schemas.microsoft.com/office/drawing/2014/main" id="{A944F1B3-A51E-C477-3F06-D32AA9FA8488}"/>
              </a:ext>
            </a:extLst>
          </p:cNvPr>
          <p:cNvSpPr>
            <a:spLocks noGrp="1"/>
          </p:cNvSpPr>
          <p:nvPr>
            <p:ph type="subTitle" idx="1"/>
          </p:nvPr>
        </p:nvSpPr>
        <p:spPr/>
        <p:txBody>
          <a:bodyPr/>
          <a:lstStyle/>
          <a:p>
            <a:r>
              <a:rPr lang="en-US" dirty="0" err="1"/>
              <a:t>MinhPV</a:t>
            </a:r>
            <a:endParaRPr lang="vi-VN" dirty="0"/>
          </a:p>
        </p:txBody>
      </p:sp>
    </p:spTree>
    <p:extLst>
      <p:ext uri="{BB962C8B-B14F-4D97-AF65-F5344CB8AC3E}">
        <p14:creationId xmlns:p14="http://schemas.microsoft.com/office/powerpoint/2010/main" val="425463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695B7-264D-FDBC-5EFB-A887A4F2A8BA}"/>
              </a:ext>
            </a:extLst>
          </p:cNvPr>
          <p:cNvSpPr>
            <a:spLocks noGrp="1"/>
          </p:cNvSpPr>
          <p:nvPr>
            <p:ph type="title"/>
          </p:nvPr>
        </p:nvSpPr>
        <p:spPr/>
        <p:txBody>
          <a:bodyPr/>
          <a:lstStyle/>
          <a:p>
            <a:r>
              <a:rPr lang="en-US" dirty="0"/>
              <a:t>1. </a:t>
            </a:r>
            <a:r>
              <a:rPr lang="vi-VN" dirty="0"/>
              <a:t>RAG, LLM + RAG và thách thức</a:t>
            </a:r>
          </a:p>
        </p:txBody>
      </p:sp>
      <p:sp>
        <p:nvSpPr>
          <p:cNvPr id="3" name="Content Placeholder 2">
            <a:extLst>
              <a:ext uri="{FF2B5EF4-FFF2-40B4-BE49-F238E27FC236}">
                <a16:creationId xmlns:a16="http://schemas.microsoft.com/office/drawing/2014/main" id="{C13C1131-8761-06B3-4BD7-A4943F5C5DB1}"/>
              </a:ext>
            </a:extLst>
          </p:cNvPr>
          <p:cNvSpPr>
            <a:spLocks noGrp="1"/>
          </p:cNvSpPr>
          <p:nvPr>
            <p:ph idx="1"/>
          </p:nvPr>
        </p:nvSpPr>
        <p:spPr/>
        <p:txBody>
          <a:bodyPr>
            <a:normAutofit/>
          </a:bodyPr>
          <a:lstStyle/>
          <a:p>
            <a:pPr>
              <a:buFont typeface="Arial" panose="020B0604020202020204" pitchFamily="34" charset="0"/>
              <a:buChar char="•"/>
            </a:pPr>
            <a:r>
              <a:rPr lang="vi-VN" dirty="0"/>
              <a:t>Vấn đề: RAG truyền thống dựa trên flat text retrieval, nên phải đối mặt với 3 thách thức quan trọng:</a:t>
            </a:r>
          </a:p>
          <a:p>
            <a:pPr marL="742950" lvl="1" indent="-285750">
              <a:buFont typeface="Arial" panose="020B0604020202020204" pitchFamily="34" charset="0"/>
              <a:buChar char="•"/>
            </a:pPr>
            <a:r>
              <a:rPr lang="vi-VN" dirty="0"/>
              <a:t>Complex query understanding in professional contexts (hiểu truy vấn phức tạp trong bối cảnh chuyên môn)</a:t>
            </a:r>
          </a:p>
          <a:p>
            <a:pPr marL="742950" lvl="1" indent="-285750">
              <a:buFont typeface="Arial" panose="020B0604020202020204" pitchFamily="34" charset="0"/>
              <a:buChar char="•"/>
            </a:pPr>
            <a:r>
              <a:rPr lang="vi-VN" dirty="0"/>
              <a:t>Difficulties in knowledge integration across distributed sources (khó khăn việc tích hợp các kiến thức trên các nguồn phân tán)</a:t>
            </a:r>
          </a:p>
          <a:p>
            <a:pPr marL="742950" lvl="1" indent="-285750">
              <a:buFont typeface="Arial" panose="020B0604020202020204" pitchFamily="34" charset="0"/>
              <a:buChar char="•"/>
            </a:pPr>
            <a:r>
              <a:rPr lang="vi-VN" dirty="0"/>
              <a:t>System efficiency bottlenecks at scale (các nút thắt hiệu quả hệ thống ở quy mô lớn)</a:t>
            </a:r>
          </a:p>
          <a:p>
            <a:pPr marL="0" indent="0">
              <a:buNone/>
            </a:pPr>
            <a:endParaRPr lang="vi-VN" dirty="0"/>
          </a:p>
        </p:txBody>
      </p:sp>
    </p:spTree>
    <p:extLst>
      <p:ext uri="{BB962C8B-B14F-4D97-AF65-F5344CB8AC3E}">
        <p14:creationId xmlns:p14="http://schemas.microsoft.com/office/powerpoint/2010/main" val="205014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8557A-20A9-F2C6-1CEF-BD631E5B8788}"/>
              </a:ext>
            </a:extLst>
          </p:cNvPr>
          <p:cNvSpPr>
            <a:spLocks noGrp="1"/>
          </p:cNvSpPr>
          <p:nvPr>
            <p:ph type="title"/>
          </p:nvPr>
        </p:nvSpPr>
        <p:spPr/>
        <p:txBody>
          <a:bodyPr/>
          <a:lstStyle/>
          <a:p>
            <a:r>
              <a:rPr lang="en-US" dirty="0"/>
              <a:t>1. </a:t>
            </a:r>
            <a:r>
              <a:rPr lang="vi-VN" dirty="0"/>
              <a:t>RAG, LLM + RAG và thách thức</a:t>
            </a:r>
          </a:p>
        </p:txBody>
      </p:sp>
      <p:sp>
        <p:nvSpPr>
          <p:cNvPr id="3" name="Content Placeholder 2">
            <a:extLst>
              <a:ext uri="{FF2B5EF4-FFF2-40B4-BE49-F238E27FC236}">
                <a16:creationId xmlns:a16="http://schemas.microsoft.com/office/drawing/2014/main" id="{944DCAFA-28C9-F8C6-0250-5A9D020C3DA9}"/>
              </a:ext>
            </a:extLst>
          </p:cNvPr>
          <p:cNvSpPr>
            <a:spLocks noGrp="1"/>
          </p:cNvSpPr>
          <p:nvPr>
            <p:ph idx="1"/>
          </p:nvPr>
        </p:nvSpPr>
        <p:spPr/>
        <p:txBody>
          <a:bodyPr/>
          <a:lstStyle/>
          <a:p>
            <a:pPr>
              <a:buFont typeface="Arial" panose="020B0604020202020204" pitchFamily="34" charset="0"/>
              <a:buChar char="•"/>
            </a:pPr>
            <a:r>
              <a:rPr lang="vi-VN" dirty="0"/>
              <a:t>GraphRAG giải quyết các hạn chế truyền thống của RAG thông qua 3 cải tiến chính: </a:t>
            </a:r>
          </a:p>
          <a:p>
            <a:pPr marL="742950" lvl="1" indent="-285750">
              <a:buFont typeface="Arial" panose="020B0604020202020204" pitchFamily="34" charset="0"/>
              <a:buChar char="•"/>
            </a:pPr>
            <a:r>
              <a:rPr lang="vi-VN" dirty="0"/>
              <a:t>Biểu diễn tri thức có cấu trúc đồ thị → nắm bắt rõ các mối quan hệ thực thể và hệ thống phân cấp lĩnh vực(domain hierarchies)</a:t>
            </a:r>
          </a:p>
          <a:p>
            <a:pPr marL="742950" lvl="1" indent="-285750">
              <a:buFont typeface="Arial" panose="020B0604020202020204" pitchFamily="34" charset="0"/>
              <a:buChar char="•"/>
            </a:pPr>
            <a:r>
              <a:rPr lang="vi-VN" dirty="0"/>
              <a:t>Các kỹ thuật truy xuất dựa trên đồ thị hiệu quả cho phép truy xuất tri thức bảo toàn ngữ cảnh với khả năng suy luận đa bước nhảy (multihop reasoning ability), hay hiểu đơn giản là lập luận nhiều bước</a:t>
            </a:r>
          </a:p>
          <a:p>
            <a:pPr marL="742950" lvl="1" indent="-285750">
              <a:buFont typeface="Arial" panose="020B0604020202020204" pitchFamily="34" charset="0"/>
              <a:buChar char="•"/>
            </a:pPr>
            <a:r>
              <a:rPr lang="vi-VN" dirty="0"/>
              <a:t>Các thuật toán tích hợp tri thức nhận biết cấu trúc, tận dụng tri thức đã truy xuất để tạo ra các LLM chính xác và mạch lạc về mặt logic</a:t>
            </a:r>
          </a:p>
          <a:p>
            <a:endParaRPr lang="vi-VN" dirty="0"/>
          </a:p>
        </p:txBody>
      </p:sp>
    </p:spTree>
    <p:extLst>
      <p:ext uri="{BB962C8B-B14F-4D97-AF65-F5344CB8AC3E}">
        <p14:creationId xmlns:p14="http://schemas.microsoft.com/office/powerpoint/2010/main" val="2191654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E977-DDCE-37F8-CB27-405C3D7C2ECC}"/>
              </a:ext>
            </a:extLst>
          </p:cNvPr>
          <p:cNvSpPr>
            <a:spLocks noGrp="1"/>
          </p:cNvSpPr>
          <p:nvPr>
            <p:ph type="title"/>
          </p:nvPr>
        </p:nvSpPr>
        <p:spPr/>
        <p:txBody>
          <a:bodyPr/>
          <a:lstStyle/>
          <a:p>
            <a:r>
              <a:rPr lang="en-US" dirty="0"/>
              <a:t>1. </a:t>
            </a:r>
            <a:r>
              <a:rPr lang="vi-VN" dirty="0"/>
              <a:t>RAG, LLM + RAG và thách thức</a:t>
            </a:r>
          </a:p>
        </p:txBody>
      </p:sp>
      <p:sp>
        <p:nvSpPr>
          <p:cNvPr id="3" name="Content Placeholder 2">
            <a:extLst>
              <a:ext uri="{FF2B5EF4-FFF2-40B4-BE49-F238E27FC236}">
                <a16:creationId xmlns:a16="http://schemas.microsoft.com/office/drawing/2014/main" id="{C91FF9C1-EF78-0C2D-582C-2682D1D11924}"/>
              </a:ext>
            </a:extLst>
          </p:cNvPr>
          <p:cNvSpPr>
            <a:spLocks noGrp="1"/>
          </p:cNvSpPr>
          <p:nvPr>
            <p:ph idx="1"/>
          </p:nvPr>
        </p:nvSpPr>
        <p:spPr/>
        <p:txBody>
          <a:bodyPr/>
          <a:lstStyle/>
          <a:p>
            <a:pPr marL="0" indent="0">
              <a:buNone/>
            </a:pPr>
            <a:r>
              <a:rPr lang="vi-VN" dirty="0"/>
              <a:t>→ Dù LLM có hiệu quả, vẫn hạn chế trong các task đòi hỏi nhiều kiến thức, đặc biệt là tri thức chuyên môn, cụ thể các hạn chế như:</a:t>
            </a:r>
          </a:p>
          <a:p>
            <a:pPr>
              <a:buFont typeface="+mj-lt"/>
              <a:buAutoNum type="arabicPeriod"/>
            </a:pPr>
            <a:r>
              <a:rPr lang="vi-VN" dirty="0"/>
              <a:t>Tri thức có hạn, rộng nhưng nông trong các lĩnh vực chuyên biệt vì đa phần được pretrained trên dataset chung chung</a:t>
            </a:r>
          </a:p>
          <a:p>
            <a:pPr>
              <a:buFont typeface="+mj-lt"/>
              <a:buAutoNum type="arabicPeriod"/>
            </a:pPr>
            <a:r>
              <a:rPr lang="vi-VN" dirty="0"/>
              <a:t>độ phức tạp lập luận về các câu hỏi chuyên môn thường đòi hỏi cao</a:t>
            </a:r>
          </a:p>
          <a:p>
            <a:pPr>
              <a:buFont typeface="+mj-lt"/>
              <a:buAutoNum type="arabicPeriod"/>
            </a:pPr>
            <a:r>
              <a:rPr lang="vi-VN" dirty="0"/>
              <a:t>Độ nhạy cảm với ngữ cảnh</a:t>
            </a:r>
          </a:p>
          <a:p>
            <a:endParaRPr lang="vi-VN" dirty="0"/>
          </a:p>
        </p:txBody>
      </p:sp>
    </p:spTree>
    <p:extLst>
      <p:ext uri="{BB962C8B-B14F-4D97-AF65-F5344CB8AC3E}">
        <p14:creationId xmlns:p14="http://schemas.microsoft.com/office/powerpoint/2010/main" val="985271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F98E-7A3D-83EF-9CAC-DADCD906B006}"/>
              </a:ext>
            </a:extLst>
          </p:cNvPr>
          <p:cNvSpPr>
            <a:spLocks noGrp="1"/>
          </p:cNvSpPr>
          <p:nvPr>
            <p:ph type="title"/>
          </p:nvPr>
        </p:nvSpPr>
        <p:spPr/>
        <p:txBody>
          <a:bodyPr/>
          <a:lstStyle/>
          <a:p>
            <a:r>
              <a:rPr lang="en-US" dirty="0"/>
              <a:t>1. </a:t>
            </a:r>
            <a:r>
              <a:rPr lang="vi-VN" dirty="0"/>
              <a:t>RAG, LLM + RAG và thách thức</a:t>
            </a:r>
          </a:p>
        </p:txBody>
      </p:sp>
      <p:sp>
        <p:nvSpPr>
          <p:cNvPr id="3" name="Content Placeholder 2">
            <a:extLst>
              <a:ext uri="{FF2B5EF4-FFF2-40B4-BE49-F238E27FC236}">
                <a16:creationId xmlns:a16="http://schemas.microsoft.com/office/drawing/2014/main" id="{ABED3C97-867E-7A4C-53FB-58596FD81F2F}"/>
              </a:ext>
            </a:extLst>
          </p:cNvPr>
          <p:cNvSpPr>
            <a:spLocks noGrp="1"/>
          </p:cNvSpPr>
          <p:nvPr>
            <p:ph idx="1"/>
          </p:nvPr>
        </p:nvSpPr>
        <p:spPr/>
        <p:txBody>
          <a:bodyPr/>
          <a:lstStyle/>
          <a:p>
            <a:pPr marL="0" indent="0">
              <a:buNone/>
            </a:pPr>
            <a:r>
              <a:rPr lang="vi-VN" dirty="0"/>
              <a:t>→ RAG truyền thống chưa thể hiểu được mối liên hệ giữa các tri thức, chưa thể tích hợp tốt kiến thức chuyên nghành từ các nguồn phân tán </a:t>
            </a:r>
          </a:p>
          <a:p>
            <a:pPr marL="0" indent="0">
              <a:buNone/>
            </a:pPr>
            <a:r>
              <a:rPr lang="vi-VN" dirty="0"/>
              <a:t>→ có sử dụng RAG kèm lập chỉ mục, tức là chia nhỏ tài liệu rồi đánh dấu bằng chỉ mục → nhưng mất context → giảm đáng kể độ chính xác khi retrieval và khả năng hiểu ngữ cảnh</a:t>
            </a:r>
          </a:p>
          <a:p>
            <a:pPr marL="0" indent="0">
              <a:buNone/>
            </a:pPr>
            <a:r>
              <a:rPr lang="vi-VN" dirty="0"/>
              <a:t>→ và LLM chỉ lấy top rank từ RAG vì khả năng xử lý của LLM hạn chế → mất ngữ cảnh</a:t>
            </a:r>
          </a:p>
          <a:p>
            <a:endParaRPr lang="vi-VN" dirty="0"/>
          </a:p>
        </p:txBody>
      </p:sp>
    </p:spTree>
    <p:extLst>
      <p:ext uri="{BB962C8B-B14F-4D97-AF65-F5344CB8AC3E}">
        <p14:creationId xmlns:p14="http://schemas.microsoft.com/office/powerpoint/2010/main" val="2707196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1E2C-E406-9A57-BA8A-3129905E97DE}"/>
              </a:ext>
            </a:extLst>
          </p:cNvPr>
          <p:cNvSpPr>
            <a:spLocks noGrp="1"/>
          </p:cNvSpPr>
          <p:nvPr>
            <p:ph type="title"/>
          </p:nvPr>
        </p:nvSpPr>
        <p:spPr/>
        <p:txBody>
          <a:bodyPr/>
          <a:lstStyle/>
          <a:p>
            <a:r>
              <a:rPr lang="vi-VN" dirty="0"/>
              <a:t>2. GraphRAG</a:t>
            </a:r>
          </a:p>
        </p:txBody>
      </p:sp>
      <p:sp>
        <p:nvSpPr>
          <p:cNvPr id="3" name="Content Placeholder 2">
            <a:extLst>
              <a:ext uri="{FF2B5EF4-FFF2-40B4-BE49-F238E27FC236}">
                <a16:creationId xmlns:a16="http://schemas.microsoft.com/office/drawing/2014/main" id="{35633FD5-9305-627B-BE15-A6CE83F238BC}"/>
              </a:ext>
            </a:extLst>
          </p:cNvPr>
          <p:cNvSpPr>
            <a:spLocks noGrp="1"/>
          </p:cNvSpPr>
          <p:nvPr>
            <p:ph idx="1"/>
          </p:nvPr>
        </p:nvSpPr>
        <p:spPr/>
        <p:txBody>
          <a:bodyPr>
            <a:normAutofit fontScale="92500" lnSpcReduction="10000"/>
          </a:bodyPr>
          <a:lstStyle/>
          <a:p>
            <a:r>
              <a:rPr lang="vi-VN" dirty="0"/>
              <a:t>Phân loại: dựa trên cách sử dụng các cấu trúc graph, chia thành 3 loại</a:t>
            </a:r>
          </a:p>
          <a:p>
            <a:pPr lvl="1"/>
            <a:r>
              <a:rPr lang="vi-VN" dirty="0">
                <a:effectLst/>
              </a:rPr>
              <a:t>Knowledge-based GraphRAG</a:t>
            </a:r>
          </a:p>
          <a:p>
            <a:pPr lvl="1"/>
            <a:r>
              <a:rPr lang="vi-VN" dirty="0">
                <a:effectLst/>
              </a:rPr>
              <a:t>Index-based GraphRAG</a:t>
            </a:r>
            <a:endParaRPr lang="vi-VN" dirty="0"/>
          </a:p>
          <a:p>
            <a:pPr lvl="1"/>
            <a:r>
              <a:rPr lang="vi-VN" dirty="0">
                <a:effectLst/>
              </a:rPr>
              <a:t>Hybrid GraphRAG</a:t>
            </a:r>
          </a:p>
          <a:p>
            <a:pPr lvl="1"/>
            <a:endParaRPr lang="vi-VN" dirty="0"/>
          </a:p>
          <a:p>
            <a:pPr>
              <a:buFont typeface="Arial" panose="020B0604020202020204" pitchFamily="34" charset="0"/>
              <a:buChar char="•"/>
            </a:pPr>
            <a:r>
              <a:rPr lang="vi-VN" dirty="0"/>
              <a:t>Knowledge-based GraphRAG hướng đến việc tạo ra các biểu diễn kiến thức có cấu trúc để hiểu rõ hơn các mối quan hệ phức tạp với khả năng lập luận dựa trên đồ thị</a:t>
            </a:r>
          </a:p>
          <a:p>
            <a:pPr>
              <a:buFont typeface="Arial" panose="020B0604020202020204" pitchFamily="34" charset="0"/>
              <a:buChar char="•"/>
            </a:pPr>
            <a:r>
              <a:rPr lang="vi-VN" dirty="0"/>
              <a:t>Index-based GraphRAG tập trung vào việc tối ưu hóa việc truy xuất và khả năng tiếp cận thông tin văn bản liên quan thông qua các chiến lược lập chỉ mục dựa trên đồ thị</a:t>
            </a:r>
          </a:p>
          <a:p>
            <a:endParaRPr lang="vi-VN" dirty="0"/>
          </a:p>
        </p:txBody>
      </p:sp>
    </p:spTree>
    <p:extLst>
      <p:ext uri="{BB962C8B-B14F-4D97-AF65-F5344CB8AC3E}">
        <p14:creationId xmlns:p14="http://schemas.microsoft.com/office/powerpoint/2010/main" val="398109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A1F5-B7B5-C4D3-690A-9F5A0CB2BAE3}"/>
              </a:ext>
            </a:extLst>
          </p:cNvPr>
          <p:cNvSpPr>
            <a:spLocks noGrp="1"/>
          </p:cNvSpPr>
          <p:nvPr>
            <p:ph type="title"/>
          </p:nvPr>
        </p:nvSpPr>
        <p:spPr/>
        <p:txBody>
          <a:bodyPr/>
          <a:lstStyle/>
          <a:p>
            <a:r>
              <a:rPr lang="vi-VN" dirty="0"/>
              <a:t>2. GraphRAG</a:t>
            </a:r>
          </a:p>
        </p:txBody>
      </p:sp>
      <p:pic>
        <p:nvPicPr>
          <p:cNvPr id="1030" name="Picture 6">
            <a:extLst>
              <a:ext uri="{FF2B5EF4-FFF2-40B4-BE49-F238E27FC236}">
                <a16:creationId xmlns:a16="http://schemas.microsoft.com/office/drawing/2014/main" id="{A2A507CD-EDB3-3406-1707-CBE1523BE1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7092" y="1455576"/>
            <a:ext cx="11371058" cy="5273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632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C9D2-AABD-C179-4FB5-94394B3E52AA}"/>
              </a:ext>
            </a:extLst>
          </p:cNvPr>
          <p:cNvSpPr>
            <a:spLocks noGrp="1"/>
          </p:cNvSpPr>
          <p:nvPr>
            <p:ph type="title"/>
          </p:nvPr>
        </p:nvSpPr>
        <p:spPr/>
        <p:txBody>
          <a:bodyPr>
            <a:normAutofit/>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F29902ED-8A69-8687-0001-8235685F2225}"/>
              </a:ext>
            </a:extLst>
          </p:cNvPr>
          <p:cNvSpPr>
            <a:spLocks noGrp="1"/>
          </p:cNvSpPr>
          <p:nvPr>
            <p:ph idx="1"/>
          </p:nvPr>
        </p:nvSpPr>
        <p:spPr/>
        <p:txBody>
          <a:bodyPr/>
          <a:lstStyle/>
          <a:p>
            <a:r>
              <a:rPr lang="vi-VN" dirty="0"/>
              <a:t>VIệc truy xuất thông tin thực tế liên quan đến truy vấn là rất quan trọng</a:t>
            </a:r>
          </a:p>
          <a:p>
            <a:pPr>
              <a:buFont typeface="Arial" panose="020B0604020202020204" pitchFamily="34" charset="0"/>
              <a:buChar char="•"/>
            </a:pPr>
            <a:r>
              <a:rPr lang="vi-VN" dirty="0"/>
              <a:t>Knowledge retrieval trong GraphRAG tập trung vào việc trích xuất kiến thức nền tảng có liên quan từ cơ sở dữ liệu đồ thị để đáp ứng một truy vấn nhất định</a:t>
            </a:r>
          </a:p>
          <a:p>
            <a:pPr>
              <a:buFont typeface="Arial" panose="020B0604020202020204" pitchFamily="34" charset="0"/>
              <a:buChar char="•"/>
            </a:pPr>
            <a:r>
              <a:rPr lang="vi-VN" dirty="0"/>
              <a:t>Quá trình này tuân theo ba bước riêng biệt và tuần tự, biến đổi dữ liệu đồ thị thô thành tri thức theo ngữ cảnh và có thể sử dụng được: Preprocessing, Matching và Pruning</a:t>
            </a:r>
          </a:p>
          <a:p>
            <a:pPr marL="0" indent="0">
              <a:buNone/>
            </a:pPr>
            <a:endParaRPr lang="vi-VN" dirty="0"/>
          </a:p>
        </p:txBody>
      </p:sp>
    </p:spTree>
    <p:extLst>
      <p:ext uri="{BB962C8B-B14F-4D97-AF65-F5344CB8AC3E}">
        <p14:creationId xmlns:p14="http://schemas.microsoft.com/office/powerpoint/2010/main" val="258030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3E48-FC6D-980A-2514-D92461F2A889}"/>
              </a:ext>
            </a:extLst>
          </p:cNvPr>
          <p:cNvSpPr>
            <a:spLocks noGrp="1"/>
          </p:cNvSpPr>
          <p:nvPr>
            <p:ph type="title"/>
          </p:nvPr>
        </p:nvSpPr>
        <p:spPr/>
        <p:txBody>
          <a:bodyPr/>
          <a:lstStyle/>
          <a:p>
            <a:r>
              <a:rPr lang="vi-VN" dirty="0">
                <a:effectLst/>
              </a:rPr>
              <a:t>KNOWLEDGE RETRIEVAL</a:t>
            </a:r>
            <a:endParaRPr lang="vi-VN" dirty="0"/>
          </a:p>
        </p:txBody>
      </p:sp>
      <p:pic>
        <p:nvPicPr>
          <p:cNvPr id="2050" name="Picture 2">
            <a:extLst>
              <a:ext uri="{FF2B5EF4-FFF2-40B4-BE49-F238E27FC236}">
                <a16:creationId xmlns:a16="http://schemas.microsoft.com/office/drawing/2014/main" id="{2693BBE6-AB43-CD30-A34D-895867DE41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436035"/>
            <a:ext cx="10515600" cy="313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92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3E48-FC6D-980A-2514-D92461F2A889}"/>
              </a:ext>
            </a:extLst>
          </p:cNvPr>
          <p:cNvSpPr>
            <a:spLocks noGrp="1"/>
          </p:cNvSpPr>
          <p:nvPr>
            <p:ph type="title"/>
          </p:nvPr>
        </p:nvSpPr>
        <p:spPr/>
        <p:txBody>
          <a:bodyPr/>
          <a:lstStyle/>
          <a:p>
            <a:r>
              <a:rPr lang="vi-VN" dirty="0">
                <a:effectLst/>
              </a:rPr>
              <a:t>KNOWLEDGE RETRIEVAL</a:t>
            </a:r>
            <a:endParaRPr lang="vi-VN" dirty="0"/>
          </a:p>
        </p:txBody>
      </p:sp>
      <p:pic>
        <p:nvPicPr>
          <p:cNvPr id="2050" name="Picture 2">
            <a:extLst>
              <a:ext uri="{FF2B5EF4-FFF2-40B4-BE49-F238E27FC236}">
                <a16:creationId xmlns:a16="http://schemas.microsoft.com/office/drawing/2014/main" id="{2693BBE6-AB43-CD30-A34D-895867DE41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28329"/>
            <a:ext cx="10515600" cy="27611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624E96-B86A-AB6B-37CA-F047D1267183}"/>
              </a:ext>
            </a:extLst>
          </p:cNvPr>
          <p:cNvSpPr txBox="1"/>
          <p:nvPr/>
        </p:nvSpPr>
        <p:spPr>
          <a:xfrm>
            <a:off x="1791477" y="4432041"/>
            <a:ext cx="7744408" cy="2308324"/>
          </a:xfrm>
          <a:prstGeom prst="rect">
            <a:avLst/>
          </a:prstGeom>
          <a:noFill/>
        </p:spPr>
        <p:txBody>
          <a:bodyPr wrap="square" rtlCol="0">
            <a:spAutoFit/>
          </a:bodyPr>
          <a:lstStyle/>
          <a:p>
            <a:pPr>
              <a:buFont typeface="Arial" panose="020B0604020202020204" pitchFamily="34" charset="0"/>
              <a:buChar char="•"/>
            </a:pPr>
            <a:r>
              <a:rPr lang="vi-VN" b="1" dirty="0"/>
              <a:t>Query/Graph Preprocessing:</a:t>
            </a:r>
            <a:r>
              <a:rPr lang="vi-VN" dirty="0"/>
              <a:t> </a:t>
            </a:r>
          </a:p>
          <a:p>
            <a:pPr marL="742950" lvl="1" indent="-285750">
              <a:buFont typeface="Arial" panose="020B0604020202020204" pitchFamily="34" charset="0"/>
              <a:buChar char="•"/>
            </a:pPr>
            <a:r>
              <a:rPr lang="vi-VN" dirty="0"/>
              <a:t>Query Preprocessing: </a:t>
            </a:r>
          </a:p>
          <a:p>
            <a:pPr marL="1143000" lvl="2" indent="-228600">
              <a:buFont typeface="Arial" panose="020B0604020202020204" pitchFamily="34" charset="0"/>
              <a:buChar char="•"/>
            </a:pPr>
            <a:r>
              <a:rPr lang="vi-VN" dirty="0"/>
              <a:t>biến đổi câu hỏi đầu vào thành một biểu diễn có cấu trúc thông qua vectorization (vector hóa) hoặc key term extraction ( trích xuất thuật ngữ chính)</a:t>
            </a:r>
          </a:p>
          <a:p>
            <a:pPr marL="1143000" lvl="2" indent="-228600">
              <a:buFont typeface="Arial" panose="020B0604020202020204" pitchFamily="34" charset="0"/>
              <a:buChar char="•"/>
            </a:pPr>
            <a:r>
              <a:rPr lang="vi-VN" dirty="0"/>
              <a:t>Các biểu diễn này đóng vai trò là các chỉ mục tìm kiếm cho các hoạt động truy xuất tiếp theo.</a:t>
            </a:r>
          </a:p>
          <a:p>
            <a:endParaRPr lang="vi-VN" dirty="0"/>
          </a:p>
        </p:txBody>
      </p:sp>
    </p:spTree>
    <p:extLst>
      <p:ext uri="{BB962C8B-B14F-4D97-AF65-F5344CB8AC3E}">
        <p14:creationId xmlns:p14="http://schemas.microsoft.com/office/powerpoint/2010/main" val="2871640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3E48-FC6D-980A-2514-D92461F2A889}"/>
              </a:ext>
            </a:extLst>
          </p:cNvPr>
          <p:cNvSpPr>
            <a:spLocks noGrp="1"/>
          </p:cNvSpPr>
          <p:nvPr>
            <p:ph type="title"/>
          </p:nvPr>
        </p:nvSpPr>
        <p:spPr/>
        <p:txBody>
          <a:bodyPr/>
          <a:lstStyle/>
          <a:p>
            <a:r>
              <a:rPr lang="vi-VN" dirty="0">
                <a:effectLst/>
              </a:rPr>
              <a:t>KNOWLEDGE RETRIEVAL</a:t>
            </a:r>
            <a:endParaRPr lang="vi-VN" dirty="0"/>
          </a:p>
        </p:txBody>
      </p:sp>
      <p:pic>
        <p:nvPicPr>
          <p:cNvPr id="2050" name="Picture 2">
            <a:extLst>
              <a:ext uri="{FF2B5EF4-FFF2-40B4-BE49-F238E27FC236}">
                <a16:creationId xmlns:a16="http://schemas.microsoft.com/office/drawing/2014/main" id="{2693BBE6-AB43-CD30-A34D-895867DE41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4062" y="1278294"/>
            <a:ext cx="8968273" cy="22953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624E96-B86A-AB6B-37CA-F047D1267183}"/>
              </a:ext>
            </a:extLst>
          </p:cNvPr>
          <p:cNvSpPr txBox="1"/>
          <p:nvPr/>
        </p:nvSpPr>
        <p:spPr>
          <a:xfrm>
            <a:off x="838200" y="3834882"/>
            <a:ext cx="10599575" cy="3139321"/>
          </a:xfrm>
          <a:prstGeom prst="rect">
            <a:avLst/>
          </a:prstGeom>
          <a:noFill/>
        </p:spPr>
        <p:txBody>
          <a:bodyPr wrap="square" rtlCol="0">
            <a:spAutoFit/>
          </a:bodyPr>
          <a:lstStyle/>
          <a:p>
            <a:r>
              <a:rPr lang="vi-VN" b="1" dirty="0"/>
              <a:t>Query/Graph Preprocessing:</a:t>
            </a:r>
            <a:r>
              <a:rPr lang="vi-VN" dirty="0"/>
              <a:t> </a:t>
            </a:r>
          </a:p>
          <a:p>
            <a:pPr lvl="1">
              <a:buFont typeface="Arial" panose="020B0604020202020204" pitchFamily="34" charset="0"/>
              <a:buChar char="•"/>
            </a:pPr>
            <a:r>
              <a:rPr lang="vi-VN" dirty="0"/>
              <a:t>Graph Preprocessing: </a:t>
            </a:r>
          </a:p>
          <a:p>
            <a:pPr marL="1200150" lvl="2" indent="-285750">
              <a:buFont typeface="Arial" panose="020B0604020202020204" pitchFamily="34" charset="0"/>
              <a:buChar char="•"/>
            </a:pPr>
            <a:r>
              <a:rPr lang="vi-VN" dirty="0"/>
              <a:t>cơ sở dữ liệu đồ thị trải qua quá trình xử lý toàn diện hơn, trong đó LLMs được đào tạo trước sẽ biến đổi các yếu tố đồ thị (thực thể, quan hệ và Tripple (2 thực thể 1 quan hệ) ) thành các biểu diễn vector dày đặc, đóng vai trò là retrieval anchors (các điểm neo truy xuất)</a:t>
            </a:r>
          </a:p>
          <a:p>
            <a:pPr marL="1200150" lvl="2" indent="-285750">
              <a:buFont typeface="Arial" panose="020B0604020202020204" pitchFamily="34" charset="0"/>
              <a:buChar char="•"/>
            </a:pPr>
            <a:r>
              <a:rPr lang="vi-VN" dirty="0"/>
              <a:t>Retrieval model tiên tiến có thể áp dụng GNNs trên cơ sở dữ liệu đồ thị để trích xuất các đặc trưng cấu trúc ở cấp độ cao, trong khi một vài phương pháp thậm chí còn áp dụng các thuật toán khai thác luật (rule mining algorithms) để tạo ra các rule banks làm chỉ mục có thể tìm kiếm phong phú của tri thức đồ thị.</a:t>
            </a:r>
          </a:p>
          <a:p>
            <a:endParaRPr lang="vi-VN" dirty="0"/>
          </a:p>
        </p:txBody>
      </p:sp>
    </p:spTree>
    <p:extLst>
      <p:ext uri="{BB962C8B-B14F-4D97-AF65-F5344CB8AC3E}">
        <p14:creationId xmlns:p14="http://schemas.microsoft.com/office/powerpoint/2010/main" val="25250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3E48-FC6D-980A-2514-D92461F2A889}"/>
              </a:ext>
            </a:extLst>
          </p:cNvPr>
          <p:cNvSpPr>
            <a:spLocks noGrp="1"/>
          </p:cNvSpPr>
          <p:nvPr>
            <p:ph type="title"/>
          </p:nvPr>
        </p:nvSpPr>
        <p:spPr/>
        <p:txBody>
          <a:bodyPr/>
          <a:lstStyle/>
          <a:p>
            <a:r>
              <a:rPr lang="vi-VN" dirty="0">
                <a:effectLst/>
              </a:rPr>
              <a:t>KNOWLEDGE RETRIEVAL</a:t>
            </a:r>
            <a:endParaRPr lang="vi-VN" dirty="0"/>
          </a:p>
        </p:txBody>
      </p:sp>
      <p:pic>
        <p:nvPicPr>
          <p:cNvPr id="2050" name="Picture 2">
            <a:extLst>
              <a:ext uri="{FF2B5EF4-FFF2-40B4-BE49-F238E27FC236}">
                <a16:creationId xmlns:a16="http://schemas.microsoft.com/office/drawing/2014/main" id="{2693BBE6-AB43-CD30-A34D-895867DE41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4062" y="1278294"/>
            <a:ext cx="8968273" cy="22953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624E96-B86A-AB6B-37CA-F047D1267183}"/>
              </a:ext>
            </a:extLst>
          </p:cNvPr>
          <p:cNvSpPr txBox="1"/>
          <p:nvPr/>
        </p:nvSpPr>
        <p:spPr>
          <a:xfrm>
            <a:off x="838200" y="3834882"/>
            <a:ext cx="10599575" cy="2862322"/>
          </a:xfrm>
          <a:prstGeom prst="rect">
            <a:avLst/>
          </a:prstGeom>
          <a:noFill/>
        </p:spPr>
        <p:txBody>
          <a:bodyPr wrap="square" rtlCol="0">
            <a:spAutoFit/>
          </a:bodyPr>
          <a:lstStyle/>
          <a:p>
            <a:r>
              <a:rPr lang="vi-VN" b="1" dirty="0"/>
              <a:t>Matching (đối sánh)</a:t>
            </a:r>
            <a:r>
              <a:rPr lang="vi-VN" dirty="0"/>
              <a:t> </a:t>
            </a:r>
          </a:p>
          <a:p>
            <a:pPr marL="742950" lvl="1" indent="-285750">
              <a:buFont typeface="Arial" panose="020B0604020202020204" pitchFamily="34" charset="0"/>
              <a:buChar char="•"/>
            </a:pPr>
            <a:r>
              <a:rPr lang="vi-VN" dirty="0"/>
              <a:t>Giai đoạn matching thiết lập các kết nối giữa truy vấn đã được tiền xử lý và cơ sở dữ liệu đồ thị đã được lập chỉ mục.</a:t>
            </a:r>
          </a:p>
          <a:p>
            <a:pPr marL="742950" lvl="1" indent="-285750">
              <a:buFont typeface="Arial" panose="020B0604020202020204" pitchFamily="34" charset="0"/>
              <a:buChar char="•"/>
            </a:pPr>
            <a:r>
              <a:rPr lang="vi-VN" dirty="0"/>
              <a:t>⇒ Quá trình này so sánh các biểu diễn truy vấn với các chỉ mục đồ thị để xác định các mảnh tri thức có liên quan.</a:t>
            </a:r>
          </a:p>
          <a:p>
            <a:pPr marL="742950" lvl="1" indent="-285750">
              <a:buFont typeface="Arial" panose="020B0604020202020204" pitchFamily="34" charset="0"/>
              <a:buChar char="•"/>
            </a:pPr>
            <a:r>
              <a:rPr lang="vi-VN" dirty="0"/>
              <a:t>Thuật toán matching xem xét cả sự tương đồng về mặt ngữ nghĩa và các mối quan hệ cấu trúc trong đồ thị.</a:t>
            </a:r>
          </a:p>
          <a:p>
            <a:pPr marL="742950" lvl="1" indent="-285750">
              <a:buFont typeface="Arial" panose="020B0604020202020204" pitchFamily="34" charset="0"/>
              <a:buChar char="•"/>
            </a:pPr>
            <a:r>
              <a:rPr lang="vi-VN" dirty="0"/>
              <a:t>Dựa trên matching score, hệ thống truy xuất các thành phần được kết nối và các đồ thị con thể hiện mức độ liên quan cao với truy vấn, tạo ra một tập hợp tri thức ứng cử viên ban đầu.</a:t>
            </a:r>
          </a:p>
          <a:p>
            <a:endParaRPr lang="vi-VN" dirty="0"/>
          </a:p>
        </p:txBody>
      </p:sp>
    </p:spTree>
    <p:extLst>
      <p:ext uri="{BB962C8B-B14F-4D97-AF65-F5344CB8AC3E}">
        <p14:creationId xmlns:p14="http://schemas.microsoft.com/office/powerpoint/2010/main" val="1465162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3E48-FC6D-980A-2514-D92461F2A889}"/>
              </a:ext>
            </a:extLst>
          </p:cNvPr>
          <p:cNvSpPr>
            <a:spLocks noGrp="1"/>
          </p:cNvSpPr>
          <p:nvPr>
            <p:ph type="title"/>
          </p:nvPr>
        </p:nvSpPr>
        <p:spPr/>
        <p:txBody>
          <a:bodyPr/>
          <a:lstStyle/>
          <a:p>
            <a:r>
              <a:rPr lang="vi-VN" dirty="0">
                <a:effectLst/>
              </a:rPr>
              <a:t>KNOWLEDGE RETRIEVAL</a:t>
            </a:r>
            <a:endParaRPr lang="vi-VN" dirty="0"/>
          </a:p>
        </p:txBody>
      </p:sp>
      <p:pic>
        <p:nvPicPr>
          <p:cNvPr id="2050" name="Picture 2">
            <a:extLst>
              <a:ext uri="{FF2B5EF4-FFF2-40B4-BE49-F238E27FC236}">
                <a16:creationId xmlns:a16="http://schemas.microsoft.com/office/drawing/2014/main" id="{2693BBE6-AB43-CD30-A34D-895867DE41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4063" y="1278294"/>
            <a:ext cx="7372738" cy="18869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624E96-B86A-AB6B-37CA-F047D1267183}"/>
              </a:ext>
            </a:extLst>
          </p:cNvPr>
          <p:cNvSpPr txBox="1"/>
          <p:nvPr/>
        </p:nvSpPr>
        <p:spPr>
          <a:xfrm>
            <a:off x="796212" y="3237722"/>
            <a:ext cx="10599575" cy="3416320"/>
          </a:xfrm>
          <a:prstGeom prst="rect">
            <a:avLst/>
          </a:prstGeom>
          <a:noFill/>
        </p:spPr>
        <p:txBody>
          <a:bodyPr wrap="square" rtlCol="0">
            <a:spAutoFit/>
          </a:bodyPr>
          <a:lstStyle/>
          <a:p>
            <a:r>
              <a:rPr lang="vi-VN" dirty="0"/>
              <a:t>Knowledge Pruning (</a:t>
            </a:r>
            <a:r>
              <a:rPr lang="vi-VN" b="1" dirty="0"/>
              <a:t>Cắt tỉa Tri thức)</a:t>
            </a:r>
            <a:r>
              <a:rPr lang="vi-VN" dirty="0"/>
              <a:t> </a:t>
            </a:r>
          </a:p>
          <a:p>
            <a:pPr marL="742950" lvl="1" indent="-285750">
              <a:buFont typeface="Arial" panose="020B0604020202020204" pitchFamily="34" charset="0"/>
              <a:buChar char="•"/>
            </a:pPr>
            <a:r>
              <a:rPr lang="vi-VN" dirty="0"/>
              <a:t>Giai đoạn Pruning sẽ tinh chỉnh tri thức được truy xuất ban đầu để cải thiện chất lượng và mức độ liên quan của nó.</a:t>
            </a:r>
          </a:p>
          <a:p>
            <a:pPr lvl="1"/>
            <a:r>
              <a:rPr lang="vi-VN" dirty="0"/>
              <a:t>⇒ giải quyết thách thức chung của việc truy xuất thông tin thừa hoặc không liên quan, đặc biệt là khi xử lý các truy vấn phức tạp hoặc các cơ sở dữ liệu đồ thị lớn.</a:t>
            </a:r>
          </a:p>
          <a:p>
            <a:pPr marL="742950" lvl="1" indent="-285750">
              <a:buFont typeface="Arial" panose="020B0604020202020204" pitchFamily="34" charset="0"/>
              <a:buChar char="•"/>
            </a:pPr>
            <a:r>
              <a:rPr lang="vi-VN" dirty="0"/>
              <a:t>Thuật toán loại bỏ áp dụng một loạt các hoạt động tinh chỉnh để hợp nhất và tóm tắt tri thức được truy xuất.</a:t>
            </a:r>
          </a:p>
          <a:p>
            <a:pPr marL="742950" lvl="1" indent="-285750">
              <a:buFont typeface="Arial" panose="020B0604020202020204" pitchFamily="34" charset="0"/>
              <a:buChar char="•"/>
            </a:pPr>
            <a:r>
              <a:rPr lang="vi-VN" dirty="0"/>
              <a:t>Cụ thể, hệ thống trước tiên sẽ loại bỏ thông tin rõ ràng là không liên quan hoặc nhiễu. Sau đó, nó hợp nhất các mảnh tri thức có liên quan và tạo ra các bản tóm tắt ngắn gọn về tri thức đồ thị phức tạp.</a:t>
            </a:r>
          </a:p>
          <a:p>
            <a:pPr marL="742950" lvl="1" indent="-285750">
              <a:buFont typeface="Arial" panose="020B0604020202020204" pitchFamily="34" charset="0"/>
              <a:buChar char="•"/>
            </a:pPr>
            <a:r>
              <a:rPr lang="vi-VN" dirty="0"/>
              <a:t>Mục đích của việc tóm tắt tri thức là để tạo điều kiện cho việc tổng hợp tri thức toàn diện, điều này rất quan trọng.</a:t>
            </a:r>
          </a:p>
        </p:txBody>
      </p:sp>
    </p:spTree>
    <p:extLst>
      <p:ext uri="{BB962C8B-B14F-4D97-AF65-F5344CB8AC3E}">
        <p14:creationId xmlns:p14="http://schemas.microsoft.com/office/powerpoint/2010/main" val="1102498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5AAC-875B-6FA1-6641-6213E8BC6B09}"/>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B63E7792-D9D1-0424-2BCB-0F26B4424767}"/>
              </a:ext>
            </a:extLst>
          </p:cNvPr>
          <p:cNvSpPr>
            <a:spLocks noGrp="1"/>
          </p:cNvSpPr>
          <p:nvPr>
            <p:ph idx="1"/>
          </p:nvPr>
        </p:nvSpPr>
        <p:spPr/>
        <p:txBody>
          <a:bodyPr/>
          <a:lstStyle/>
          <a:p>
            <a:pPr>
              <a:buFont typeface="Arial" panose="020B0604020202020204" pitchFamily="34" charset="0"/>
              <a:buChar char="•"/>
            </a:pPr>
            <a:r>
              <a:rPr lang="vi-VN" dirty="0"/>
              <a:t>Các kỹ thuật được sử dụng trong Knowleedge GraphRAG có thể được phân loại rộng rãi thành sáu lớp chính: </a:t>
            </a:r>
          </a:p>
          <a:p>
            <a:pPr marL="742950" lvl="1" indent="-285750">
              <a:buFont typeface="Arial" panose="020B0604020202020204" pitchFamily="34" charset="0"/>
              <a:buChar char="•"/>
            </a:pPr>
            <a:r>
              <a:rPr lang="vi-VN" dirty="0"/>
              <a:t>string matching (đối sánh chuỗi )</a:t>
            </a:r>
          </a:p>
          <a:p>
            <a:pPr marL="742950" lvl="1" indent="-285750">
              <a:buFont typeface="Arial" panose="020B0604020202020204" pitchFamily="34" charset="0"/>
              <a:buChar char="•"/>
            </a:pPr>
            <a:r>
              <a:rPr lang="vi-VN" dirty="0"/>
              <a:t>semantic similarity (tương đồng ngữ nghĩa )</a:t>
            </a:r>
          </a:p>
          <a:p>
            <a:pPr marL="742950" lvl="1" indent="-285750">
              <a:buFont typeface="Arial" panose="020B0604020202020204" pitchFamily="34" charset="0"/>
              <a:buChar char="•"/>
            </a:pPr>
            <a:r>
              <a:rPr lang="vi-VN" dirty="0"/>
              <a:t>logical reasoning (suy luận logic)</a:t>
            </a:r>
          </a:p>
          <a:p>
            <a:pPr marL="742950" lvl="1" indent="-285750">
              <a:buFont typeface="Arial" panose="020B0604020202020204" pitchFamily="34" charset="0"/>
              <a:buChar char="•"/>
            </a:pPr>
            <a:r>
              <a:rPr lang="vi-VN" dirty="0"/>
              <a:t>LLM-based approaches (các phương pháp dựa trên LLM)</a:t>
            </a:r>
          </a:p>
          <a:p>
            <a:pPr marL="742950" lvl="1" indent="-285750">
              <a:buFont typeface="Arial" panose="020B0604020202020204" pitchFamily="34" charset="0"/>
              <a:buChar char="•"/>
            </a:pPr>
            <a:r>
              <a:rPr lang="vi-VN" dirty="0"/>
              <a:t>RL-based methods (các phương pháp dựa trên RL)</a:t>
            </a:r>
          </a:p>
          <a:p>
            <a:pPr marL="742950" lvl="1" indent="-285750">
              <a:buFont typeface="Arial" panose="020B0604020202020204" pitchFamily="34" charset="0"/>
              <a:buChar char="•"/>
            </a:pPr>
            <a:r>
              <a:rPr lang="vi-VN" dirty="0"/>
              <a:t>GNN-based models (các mô hình dựa trên GNN)</a:t>
            </a:r>
          </a:p>
          <a:p>
            <a:endParaRPr lang="vi-VN" dirty="0"/>
          </a:p>
        </p:txBody>
      </p:sp>
    </p:spTree>
    <p:extLst>
      <p:ext uri="{BB962C8B-B14F-4D97-AF65-F5344CB8AC3E}">
        <p14:creationId xmlns:p14="http://schemas.microsoft.com/office/powerpoint/2010/main" val="2126112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5AAC-875B-6FA1-6641-6213E8BC6B09}"/>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B63E7792-D9D1-0424-2BCB-0F26B4424767}"/>
              </a:ext>
            </a:extLst>
          </p:cNvPr>
          <p:cNvSpPr>
            <a:spLocks noGrp="1"/>
          </p:cNvSpPr>
          <p:nvPr>
            <p:ph idx="1"/>
          </p:nvPr>
        </p:nvSpPr>
        <p:spPr>
          <a:xfrm>
            <a:off x="223935" y="1825625"/>
            <a:ext cx="11129865" cy="4351338"/>
          </a:xfrm>
        </p:spPr>
        <p:txBody>
          <a:bodyPr>
            <a:normAutofit/>
          </a:bodyPr>
          <a:lstStyle/>
          <a:p>
            <a:pPr marL="457200" lvl="1" indent="0">
              <a:buNone/>
            </a:pPr>
            <a:r>
              <a:rPr lang="vi-VN" sz="2000" b="1" dirty="0"/>
              <a:t>string matching (đối sánh chuỗi ):</a:t>
            </a:r>
          </a:p>
          <a:p>
            <a:pPr lvl="1"/>
            <a:r>
              <a:rPr lang="vi-VN" sz="2000" dirty="0"/>
              <a:t>chủ yếu thực hiện truy xuất câu trả lời thích hợp bằng cách đo lường sự tương đồng giữa các truy vấn trong không gian ngôn ngữ rời rạc hoặc không gian vector liên tục và cơ sở tri thức.</a:t>
            </a:r>
          </a:p>
          <a:p>
            <a:pPr lvl="1"/>
            <a:r>
              <a:rPr lang="en-US" sz="2000" dirty="0">
                <a:effectLst/>
              </a:rPr>
              <a:t>Discrete space modeling (</a:t>
            </a:r>
            <a:r>
              <a:rPr lang="en-US" sz="2000" dirty="0" err="1">
                <a:effectLst/>
              </a:rPr>
              <a:t>Mô</a:t>
            </a:r>
            <a:r>
              <a:rPr lang="en-US" sz="2000" dirty="0">
                <a:effectLst/>
              </a:rPr>
              <a:t> </a:t>
            </a:r>
            <a:r>
              <a:rPr lang="en-US" sz="2000" dirty="0" err="1">
                <a:effectLst/>
              </a:rPr>
              <a:t>hình</a:t>
            </a:r>
            <a:r>
              <a:rPr lang="en-US" sz="2000" dirty="0">
                <a:effectLst/>
              </a:rPr>
              <a:t> </a:t>
            </a:r>
            <a:r>
              <a:rPr lang="en-US" sz="2000" dirty="0" err="1">
                <a:effectLst/>
              </a:rPr>
              <a:t>hóa</a:t>
            </a:r>
            <a:r>
              <a:rPr lang="en-US" sz="2000" dirty="0">
                <a:effectLst/>
              </a:rPr>
              <a:t> </a:t>
            </a:r>
            <a:r>
              <a:rPr lang="en-US" sz="2000" dirty="0" err="1">
                <a:effectLst/>
              </a:rPr>
              <a:t>không</a:t>
            </a:r>
            <a:r>
              <a:rPr lang="en-US" sz="2000" dirty="0">
                <a:effectLst/>
              </a:rPr>
              <a:t> </a:t>
            </a:r>
            <a:r>
              <a:rPr lang="en-US" sz="2000" dirty="0" err="1">
                <a:effectLst/>
              </a:rPr>
              <a:t>gian</a:t>
            </a:r>
            <a:r>
              <a:rPr lang="en-US" sz="2000" dirty="0">
                <a:effectLst/>
              </a:rPr>
              <a:t> </a:t>
            </a:r>
            <a:r>
              <a:rPr lang="en-US" sz="2000" dirty="0" err="1">
                <a:effectLst/>
              </a:rPr>
              <a:t>rời</a:t>
            </a:r>
            <a:r>
              <a:rPr lang="en-US" sz="2000" dirty="0">
                <a:effectLst/>
              </a:rPr>
              <a:t> </a:t>
            </a:r>
            <a:r>
              <a:rPr lang="en-US" sz="2000" dirty="0" err="1">
                <a:effectLst/>
              </a:rPr>
              <a:t>rạc</a:t>
            </a:r>
            <a:r>
              <a:rPr lang="en-US" sz="2000" dirty="0">
                <a:effectLst/>
              </a:rPr>
              <a:t>)</a:t>
            </a:r>
            <a:endParaRPr lang="vi-VN" sz="2000" dirty="0">
              <a:effectLst/>
            </a:endParaRPr>
          </a:p>
          <a:p>
            <a:pPr lvl="2"/>
            <a:r>
              <a:rPr lang="vi-VN" dirty="0"/>
              <a:t>sử dụng các thuật toán như substring matching (đối sánh chuỗi con), regular expressions (biểu thức chính quy) và exact phrase matching (đối sánh cụm từ chính xác) để xác định các nút và cạnh có liên quan.</a:t>
            </a:r>
          </a:p>
          <a:p>
            <a:pPr lvl="2"/>
            <a:r>
              <a:rPr lang="vi-VN" dirty="0"/>
              <a:t>⇒ Mặc dù dễ thực hiện, string matching bị hạn chế bởi sự bất lực của nó trong việc xử lý các biến thể về thuật ngữ, từ đồng nghĩa và các sắc thái theo ngữ cảnh.</a:t>
            </a:r>
          </a:p>
          <a:p>
            <a:pPr lvl="1"/>
            <a:r>
              <a:rPr lang="vi-VN" sz="2000" dirty="0">
                <a:effectLst/>
              </a:rPr>
              <a:t>Embedding space modeling (Mô hình hóa không gian nhúng)</a:t>
            </a:r>
          </a:p>
          <a:p>
            <a:pPr lvl="2"/>
            <a:r>
              <a:rPr lang="vi-VN" dirty="0"/>
              <a:t>Sử dụng các phương pháp như các LLMs pretrained và các phương pháp embedding, chẳng hạn như TF-IDF, Word2Vec và GloVe, những phương pháp này nắm bắt các mối quan hệ ngữ nghĩa ràng buộc các thành phần khác nhau. </a:t>
            </a:r>
          </a:p>
          <a:p>
            <a:pPr lvl="2"/>
            <a:endParaRPr lang="vi-VN" dirty="0"/>
          </a:p>
          <a:p>
            <a:pPr marL="0" indent="0">
              <a:buNone/>
            </a:pPr>
            <a:endParaRPr lang="vi-VN" sz="2000" dirty="0"/>
          </a:p>
        </p:txBody>
      </p:sp>
    </p:spTree>
    <p:extLst>
      <p:ext uri="{BB962C8B-B14F-4D97-AF65-F5344CB8AC3E}">
        <p14:creationId xmlns:p14="http://schemas.microsoft.com/office/powerpoint/2010/main" val="2866757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5AAC-875B-6FA1-6641-6213E8BC6B09}"/>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B63E7792-D9D1-0424-2BCB-0F26B4424767}"/>
              </a:ext>
            </a:extLst>
          </p:cNvPr>
          <p:cNvSpPr>
            <a:spLocks noGrp="1"/>
          </p:cNvSpPr>
          <p:nvPr>
            <p:ph idx="1"/>
          </p:nvPr>
        </p:nvSpPr>
        <p:spPr>
          <a:xfrm>
            <a:off x="223935" y="1825625"/>
            <a:ext cx="11129865" cy="4351338"/>
          </a:xfrm>
        </p:spPr>
        <p:txBody>
          <a:bodyPr>
            <a:normAutofit/>
          </a:bodyPr>
          <a:lstStyle/>
          <a:p>
            <a:pPr marL="457200" lvl="1" indent="0">
              <a:buNone/>
            </a:pPr>
            <a:r>
              <a:rPr lang="vi-VN" sz="2000" b="1" dirty="0">
                <a:effectLst/>
              </a:rPr>
              <a:t>Logical Reasoning-based Retriever (Bộ truy xuất dựa trên Suy luận Logic):</a:t>
            </a:r>
          </a:p>
          <a:p>
            <a:pPr lvl="1"/>
            <a:r>
              <a:rPr lang="vi-VN" sz="2000" dirty="0"/>
              <a:t>Phương pháp này bao gồm việc tạo ra logical rules and constraints (các quy tắc và ràng buộc logic) để diễn đạt các mối quan hệ và hệ thống phân cấp vốn có trong các cơ sở tri thức.</a:t>
            </a:r>
          </a:p>
          <a:p>
            <a:pPr lvl="1"/>
            <a:r>
              <a:rPr lang="vi-VN" sz="2000" dirty="0"/>
              <a:t>Sử dụng các kỹ thuật như: </a:t>
            </a:r>
          </a:p>
          <a:p>
            <a:pPr marL="1200150" lvl="2" indent="-285750"/>
            <a:r>
              <a:rPr lang="vi-VN" dirty="0"/>
              <a:t>rule mining (khai thác luật)</a:t>
            </a:r>
          </a:p>
          <a:p>
            <a:pPr marL="1200150" lvl="2" indent="-285750"/>
            <a:r>
              <a:rPr lang="vi-VN" dirty="0"/>
              <a:t>Inductive logic programming (lập trình logic quy nạp)</a:t>
            </a:r>
          </a:p>
          <a:p>
            <a:pPr marL="1200150" lvl="2" indent="-285750"/>
            <a:r>
              <a:rPr lang="vi-VN" dirty="0"/>
              <a:t>constraint satisfaction (thỏa mãn ràng buộc)</a:t>
            </a:r>
          </a:p>
          <a:p>
            <a:pPr lvl="1"/>
            <a:r>
              <a:rPr lang="vi-VN" sz="2000" dirty="0"/>
              <a:t>phương pháp này khám phá ra những hiểu biết có thể không hiện diện một cách rõ ràng trong dữ liệu.</a:t>
            </a:r>
          </a:p>
          <a:p>
            <a:pPr lvl="2"/>
            <a:endParaRPr lang="vi-VN" dirty="0"/>
          </a:p>
          <a:p>
            <a:pPr marL="0" indent="0">
              <a:buNone/>
            </a:pPr>
            <a:endParaRPr lang="vi-VN" sz="2000" dirty="0"/>
          </a:p>
        </p:txBody>
      </p:sp>
    </p:spTree>
    <p:extLst>
      <p:ext uri="{BB962C8B-B14F-4D97-AF65-F5344CB8AC3E}">
        <p14:creationId xmlns:p14="http://schemas.microsoft.com/office/powerpoint/2010/main" val="666650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5AAC-875B-6FA1-6641-6213E8BC6B09}"/>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B63E7792-D9D1-0424-2BCB-0F26B4424767}"/>
              </a:ext>
            </a:extLst>
          </p:cNvPr>
          <p:cNvSpPr>
            <a:spLocks noGrp="1"/>
          </p:cNvSpPr>
          <p:nvPr>
            <p:ph idx="1"/>
          </p:nvPr>
        </p:nvSpPr>
        <p:spPr>
          <a:xfrm>
            <a:off x="223935" y="1825625"/>
            <a:ext cx="11129865" cy="4351338"/>
          </a:xfrm>
        </p:spPr>
        <p:txBody>
          <a:bodyPr>
            <a:normAutofit/>
          </a:bodyPr>
          <a:lstStyle/>
          <a:p>
            <a:pPr marL="0" lvl="1" indent="0">
              <a:buNone/>
            </a:pPr>
            <a:r>
              <a:rPr lang="vi-VN" sz="2000" b="1" dirty="0">
                <a:effectLst/>
              </a:rPr>
              <a:t>GNN-based Retriever (Bộ truy xuất dựa trên GNN):</a:t>
            </a:r>
            <a:r>
              <a:rPr lang="vi-VN" sz="2000" dirty="0"/>
              <a:t> </a:t>
            </a:r>
          </a:p>
          <a:p>
            <a:pPr marL="742950" lvl="2" indent="-285750"/>
            <a:r>
              <a:rPr lang="vi-VN" dirty="0"/>
              <a:t>Bộ truy xuất tri thức dựa trên GNN chủ yếu sử dụng các mạng nơ-ron đồ thị để mã hóa các nút trong các cơ sở đồ thị được xây dựng. </a:t>
            </a:r>
          </a:p>
          <a:p>
            <a:pPr marL="0" indent="0">
              <a:buNone/>
            </a:pPr>
            <a:r>
              <a:rPr lang="vi-VN" sz="2000" b="1" dirty="0"/>
              <a:t>LLM-based Retriever (</a:t>
            </a:r>
            <a:r>
              <a:rPr lang="vi-VN" sz="2000" b="1" dirty="0">
                <a:effectLst/>
              </a:rPr>
              <a:t>Bộ truy xuất dựa trên sự tương đồng ngữ nghĩa</a:t>
            </a:r>
            <a:r>
              <a:rPr lang="vi-VN" sz="2000" b="1" dirty="0"/>
              <a:t>):</a:t>
            </a:r>
          </a:p>
          <a:p>
            <a:pPr lvl="1"/>
            <a:r>
              <a:rPr lang="vi-VN" sz="2000" dirty="0"/>
              <a:t>Sử dụng LLM để diễn giải các truy vấn, tạo các truy vấn có liên quan cho KG và thậm chí tổng hợp thông tin từ nhiều nguồn trong knowledge base (cơ sở kiến thức)</a:t>
            </a:r>
          </a:p>
          <a:p>
            <a:pPr marL="0" indent="0">
              <a:buNone/>
            </a:pPr>
            <a:r>
              <a:rPr lang="vi-VN" sz="2000" dirty="0"/>
              <a:t>	⇒ Tận dụng LLM để hiểu graph, loại bỏ contextual disambiguation (mơ hồ về ngữ cảnh) và xác định các key subgraph</a:t>
            </a:r>
          </a:p>
          <a:p>
            <a:pPr marL="0" indent="0">
              <a:buNone/>
            </a:pPr>
            <a:r>
              <a:rPr lang="vi-VN" sz="2000" dirty="0"/>
              <a:t>	⇒ so với việc chỉ tính similarity thì cách này cung cấp text representations mạnh mẽ hơn bởi LLM</a:t>
            </a:r>
          </a:p>
          <a:p>
            <a:pPr lvl="1"/>
            <a:r>
              <a:rPr lang="vi-VN" sz="2000" dirty="0"/>
              <a:t>Sử dụng các chiến lược truy xuất dựa trên sự tương đồng, nó tính toán mối quan hệ giữa các ứng cử viên này và các nút trong đồ thị, qua đó xác định các phân đoạn đồ thị con quan trọng nhất. </a:t>
            </a:r>
          </a:p>
        </p:txBody>
      </p:sp>
    </p:spTree>
    <p:extLst>
      <p:ext uri="{BB962C8B-B14F-4D97-AF65-F5344CB8AC3E}">
        <p14:creationId xmlns:p14="http://schemas.microsoft.com/office/powerpoint/2010/main" val="199919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5AAC-875B-6FA1-6641-6213E8BC6B09}"/>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B63E7792-D9D1-0424-2BCB-0F26B4424767}"/>
              </a:ext>
            </a:extLst>
          </p:cNvPr>
          <p:cNvSpPr>
            <a:spLocks noGrp="1"/>
          </p:cNvSpPr>
          <p:nvPr>
            <p:ph idx="1"/>
          </p:nvPr>
        </p:nvSpPr>
        <p:spPr>
          <a:xfrm>
            <a:off x="223935" y="1459148"/>
            <a:ext cx="11129865" cy="5223753"/>
          </a:xfrm>
        </p:spPr>
        <p:txBody>
          <a:bodyPr>
            <a:noAutofit/>
          </a:bodyPr>
          <a:lstStyle/>
          <a:p>
            <a:pPr marL="0" indent="0">
              <a:buNone/>
            </a:pPr>
            <a:r>
              <a:rPr lang="vi-VN" sz="2000" b="1" dirty="0">
                <a:effectLst/>
              </a:rPr>
              <a:t>Reinforcement Learning-based Retriever (Bộ truy xuất dựa trên Học tăng cường)</a:t>
            </a:r>
          </a:p>
          <a:p>
            <a:r>
              <a:rPr lang="vi-VN" sz="2000" dirty="0"/>
              <a:t>Bằng cách định hình quá trình truy xuất như một thử thách ra quyết định tuần tự (sequential decision-making challenge), các phương pháp dựa trên RL cho phép một tác tử (agent) học và duyệt qua cơ sở đồ thị để tìm kiếm thông tin phù hợp nhất, được dẫn dắt bởi phản hồi từ môi trường (environmental feedback). </a:t>
            </a:r>
            <a:endParaRPr lang="vi-VN" sz="2000" b="1" dirty="0"/>
          </a:p>
          <a:p>
            <a:pPr>
              <a:buFont typeface="Arial" panose="020B0604020202020204" pitchFamily="34" charset="0"/>
              <a:buChar char="•"/>
            </a:pPr>
            <a:r>
              <a:rPr lang="vi-VN" sz="2000" dirty="0"/>
              <a:t>Quá trình này có thể được mô tả như sau: </a:t>
            </a:r>
          </a:p>
          <a:p>
            <a:pPr marL="742950" lvl="1" indent="-285750">
              <a:buFont typeface="Arial" panose="020B0604020202020204" pitchFamily="34" charset="0"/>
              <a:buChar char="•"/>
            </a:pPr>
            <a:r>
              <a:rPr lang="vi-VN" sz="2000" dirty="0"/>
              <a:t>Nền tảng suy luận có liên quan nằm trong một đồ thị con cụ thể theo câu hỏi Gsub, chứa tất cả các thực thể nguồn Qs, thực thể đích Qt, và các hàng xóm của chúng.</a:t>
            </a:r>
          </a:p>
          <a:p>
            <a:pPr marL="742950" lvl="1" indent="-285750">
              <a:buFont typeface="Arial" panose="020B0604020202020204" pitchFamily="34" charset="0"/>
              <a:buChar char="•"/>
            </a:pPr>
            <a:r>
              <a:rPr lang="vi-VN" sz="2000" dirty="0"/>
              <a:t>Một đồ thị con lý tưởng Gsub được kỳ vọng sẽ có các thuộc tính sau: </a:t>
            </a:r>
          </a:p>
          <a:p>
            <a:pPr marL="1143000" lvl="2" indent="-228600">
              <a:buFont typeface="Arial" panose="020B0604020202020204" pitchFamily="34" charset="0"/>
              <a:buChar char="•"/>
            </a:pPr>
            <a:r>
              <a:rPr lang="vi-VN" dirty="0"/>
              <a:t>Gsub bao gồm càng nhiều thực thể nguồn và đích càng tốt;</a:t>
            </a:r>
          </a:p>
          <a:p>
            <a:pPr marL="1143000" lvl="2" indent="-228600">
              <a:buFont typeface="Arial" panose="020B0604020202020204" pitchFamily="34" charset="0"/>
              <a:buChar char="•"/>
            </a:pPr>
            <a:r>
              <a:rPr lang="vi-VN" dirty="0"/>
              <a:t>Các thực thể và quan hệ trong Gsub thể hiện sự liên quan chặt chẽ đến ngữ cảnh của câu hỏi;</a:t>
            </a:r>
          </a:p>
          <a:p>
            <a:pPr marL="1143000" lvl="2" indent="-228600">
              <a:buFont typeface="Arial" panose="020B0604020202020204" pitchFamily="34" charset="0"/>
              <a:buChar char="•"/>
            </a:pPr>
            <a:r>
              <a:rPr lang="vi-VN" dirty="0"/>
              <a:t>Gsub ngắn gọn với ít thông tin dư thừa để có thể được đưa vào các LLM có độ dài giới hạn.</a:t>
            </a:r>
          </a:p>
          <a:p>
            <a:pPr marL="742950" lvl="1" indent="-285750">
              <a:buFont typeface="Arial" panose="020B0604020202020204" pitchFamily="34" charset="0"/>
              <a:buChar char="•"/>
            </a:pPr>
            <a:r>
              <a:rPr lang="vi-VN" sz="2000" dirty="0"/>
              <a:t>Tuy nhiên, việc tìm ra một Gsub như vậy là một thách thức vì việc trích xuất một đồ thị con là một bài toán NP-khó</a:t>
            </a:r>
          </a:p>
          <a:p>
            <a:endParaRPr lang="vi-VN" sz="2000" b="1" dirty="0">
              <a:effectLst/>
            </a:endParaRPr>
          </a:p>
        </p:txBody>
      </p:sp>
    </p:spTree>
    <p:extLst>
      <p:ext uri="{BB962C8B-B14F-4D97-AF65-F5344CB8AC3E}">
        <p14:creationId xmlns:p14="http://schemas.microsoft.com/office/powerpoint/2010/main" val="38261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C1E-8322-A5B9-295E-C205A6E7CD0B}"/>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28D89FB0-7A5F-47B0-F93F-6CFF9D2F4352}"/>
              </a:ext>
            </a:extLst>
          </p:cNvPr>
          <p:cNvSpPr>
            <a:spLocks noGrp="1"/>
          </p:cNvSpPr>
          <p:nvPr>
            <p:ph idx="1"/>
          </p:nvPr>
        </p:nvSpPr>
        <p:spPr/>
        <p:txBody>
          <a:bodyPr/>
          <a:lstStyle/>
          <a:p>
            <a:pPr>
              <a:buFont typeface="Arial" panose="020B0604020202020204" pitchFamily="34" charset="0"/>
              <a:buChar char="•"/>
            </a:pPr>
            <a:r>
              <a:rPr lang="vi-VN" dirty="0"/>
              <a:t>Dựa trên các công nghệ truy xuất, một số chiến lược được thiết kế để nâng cao các tài nguyên được truy xuất, nhằm cải thiện mức độ liên quan cho các truy vấn mục tiêu. </a:t>
            </a:r>
          </a:p>
          <a:p>
            <a:pPr marL="742950" lvl="1" indent="-285750">
              <a:buFont typeface="Arial" panose="020B0604020202020204" pitchFamily="34" charset="0"/>
              <a:buChar char="•"/>
            </a:pPr>
            <a:r>
              <a:rPr lang="vi-VN" b="1" dirty="0"/>
              <a:t>Multi-round Retrieval (truy xuất đa vòng)</a:t>
            </a:r>
          </a:p>
          <a:p>
            <a:pPr marL="742950" lvl="1" indent="-285750">
              <a:buFont typeface="Arial" panose="020B0604020202020204" pitchFamily="34" charset="0"/>
              <a:buChar char="•"/>
            </a:pPr>
            <a:r>
              <a:rPr lang="vi-VN" b="1" dirty="0">
                <a:effectLst/>
              </a:rPr>
              <a:t>Post-retrieval (truy xuất hậu kì)</a:t>
            </a:r>
          </a:p>
          <a:p>
            <a:pPr marL="742950" lvl="1" indent="-285750">
              <a:buFont typeface="Arial" panose="020B0604020202020204" pitchFamily="34" charset="0"/>
              <a:buChar char="•"/>
            </a:pPr>
            <a:r>
              <a:rPr lang="vi-VN" b="1" dirty="0">
                <a:effectLst/>
              </a:rPr>
              <a:t>Hybrid Retrieval (truy xuất lai ghép)</a:t>
            </a:r>
            <a:endParaRPr lang="vi-VN" dirty="0"/>
          </a:p>
        </p:txBody>
      </p:sp>
    </p:spTree>
    <p:extLst>
      <p:ext uri="{BB962C8B-B14F-4D97-AF65-F5344CB8AC3E}">
        <p14:creationId xmlns:p14="http://schemas.microsoft.com/office/powerpoint/2010/main" val="2064505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C1E-8322-A5B9-295E-C205A6E7CD0B}"/>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28D89FB0-7A5F-47B0-F93F-6CFF9D2F4352}"/>
              </a:ext>
            </a:extLst>
          </p:cNvPr>
          <p:cNvSpPr>
            <a:spLocks noGrp="1"/>
          </p:cNvSpPr>
          <p:nvPr>
            <p:ph idx="1"/>
          </p:nvPr>
        </p:nvSpPr>
        <p:spPr/>
        <p:txBody>
          <a:bodyPr/>
          <a:lstStyle/>
          <a:p>
            <a:pPr marL="285750" indent="-285750"/>
            <a:r>
              <a:rPr lang="vi-VN" b="1" dirty="0"/>
              <a:t>Multi-round Retrieval (truy xuất đa vòng)</a:t>
            </a:r>
          </a:p>
          <a:p>
            <a:pPr marL="742950" lvl="1" indent="-285750">
              <a:buFont typeface="Arial" panose="020B0604020202020204" pitchFamily="34" charset="0"/>
              <a:buChar char="•"/>
            </a:pPr>
            <a:r>
              <a:rPr lang="vi-VN" dirty="0"/>
              <a:t>Thay vì chỉ tìm kiếm một lần và đưa ra kết quả, phương pháp này thực hiện nhiều vòng. Sau mỗi vòng, nó có thể sử dụng ngữ cảnh của cuộc hội thoại hoặc phản hồi trực tiếp từ người dùng ("không, ý tôi là...") để làm cho lần tìm kiếm tiếp theo chính xác hơn.</a:t>
            </a:r>
          </a:p>
        </p:txBody>
      </p:sp>
    </p:spTree>
    <p:extLst>
      <p:ext uri="{BB962C8B-B14F-4D97-AF65-F5344CB8AC3E}">
        <p14:creationId xmlns:p14="http://schemas.microsoft.com/office/powerpoint/2010/main" val="902296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C1E-8322-A5B9-295E-C205A6E7CD0B}"/>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28D89FB0-7A5F-47B0-F93F-6CFF9D2F4352}"/>
              </a:ext>
            </a:extLst>
          </p:cNvPr>
          <p:cNvSpPr>
            <a:spLocks noGrp="1"/>
          </p:cNvSpPr>
          <p:nvPr>
            <p:ph idx="1"/>
          </p:nvPr>
        </p:nvSpPr>
        <p:spPr/>
        <p:txBody>
          <a:bodyPr/>
          <a:lstStyle/>
          <a:p>
            <a:pPr marL="285750" indent="-285750"/>
            <a:r>
              <a:rPr lang="vi-VN" b="1" dirty="0">
                <a:effectLst/>
              </a:rPr>
              <a:t>Post-retrieval (Truy xuất Hậu kỳ)</a:t>
            </a:r>
          </a:p>
          <a:p>
            <a:pPr marL="742950" lvl="1" indent="-285750"/>
            <a:r>
              <a:rPr lang="vi-VN" dirty="0"/>
              <a:t>Mô hình sẽ tạo ra một câu trả lời trước. Sau đó, nó sử dụng một quy trình truy xuất khác để tìm kiếm thông tin nhằm kiểm tra lại câu trả lời vừa tạo ra. Nếu câu trả lời có vẻ không chính xác hoặc thiếu thông tin, kết quả kiểm tra này sẽ giúp mô hình tự sửa lỗi và đưa ra câu trả lời cuối cùng tốt hơn.</a:t>
            </a:r>
            <a:endParaRPr lang="vi-VN" b="1" dirty="0">
              <a:effectLst/>
            </a:endParaRPr>
          </a:p>
        </p:txBody>
      </p:sp>
    </p:spTree>
    <p:extLst>
      <p:ext uri="{BB962C8B-B14F-4D97-AF65-F5344CB8AC3E}">
        <p14:creationId xmlns:p14="http://schemas.microsoft.com/office/powerpoint/2010/main" val="1749944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C1E-8322-A5B9-295E-C205A6E7CD0B}"/>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28D89FB0-7A5F-47B0-F93F-6CFF9D2F4352}"/>
              </a:ext>
            </a:extLst>
          </p:cNvPr>
          <p:cNvSpPr>
            <a:spLocks noGrp="1"/>
          </p:cNvSpPr>
          <p:nvPr>
            <p:ph idx="1"/>
          </p:nvPr>
        </p:nvSpPr>
        <p:spPr/>
        <p:txBody>
          <a:bodyPr/>
          <a:lstStyle/>
          <a:p>
            <a:pPr marL="285750" indent="-285750"/>
            <a:r>
              <a:rPr lang="vi-VN" b="1" dirty="0">
                <a:effectLst/>
              </a:rPr>
              <a:t>Hybrid Retrieval (Truy xuất Lai ghép)</a:t>
            </a:r>
          </a:p>
          <a:p>
            <a:pPr lvl="1"/>
            <a:r>
              <a:rPr lang="vi-VN" b="1" dirty="0"/>
              <a:t>Graph+Vector RAG</a:t>
            </a:r>
            <a:r>
              <a:rPr lang="vi-VN" dirty="0"/>
              <a:t>, kết hợp đồ thị tri thức (knowledge graph) và cơ sở dữ liệu vector (vector database) làm nguồn truy xuất và tích hợp các kết quả được truy xuất để sinh ra câu trả lời. </a:t>
            </a:r>
          </a:p>
          <a:p>
            <a:pPr marL="742950" lvl="1" indent="-285750">
              <a:buFont typeface="Arial" panose="020B0604020202020204" pitchFamily="34" charset="0"/>
              <a:buChar char="•"/>
            </a:pPr>
            <a:r>
              <a:rPr lang="vi-VN" dirty="0"/>
              <a:t>Ví dụ, </a:t>
            </a:r>
            <a:r>
              <a:rPr lang="vi-VN" b="1" dirty="0"/>
              <a:t>ToG-2</a:t>
            </a:r>
            <a:r>
              <a:rPr lang="vi-VN" dirty="0"/>
              <a:t> thực hiện truy xuất chung (joint retrieval) trên một đồ thị tri thức và các tài liệu văn bản. Nó bắt đầu với các thực thể được xác định từ truy vấn và lặp đi lặp lại việc truy xuất kiến thức liên quan.</a:t>
            </a:r>
          </a:p>
          <a:p>
            <a:pPr marL="742950" lvl="1" indent="-285750"/>
            <a:endParaRPr lang="vi-VN" b="1" dirty="0">
              <a:effectLst/>
            </a:endParaRPr>
          </a:p>
        </p:txBody>
      </p:sp>
    </p:spTree>
    <p:extLst>
      <p:ext uri="{BB962C8B-B14F-4D97-AF65-F5344CB8AC3E}">
        <p14:creationId xmlns:p14="http://schemas.microsoft.com/office/powerpoint/2010/main" val="1130344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2C1E-8322-A5B9-295E-C205A6E7CD0B}"/>
              </a:ext>
            </a:extLst>
          </p:cNvPr>
          <p:cNvSpPr>
            <a:spLocks noGrp="1"/>
          </p:cNvSpPr>
          <p:nvPr>
            <p:ph type="title"/>
          </p:nvPr>
        </p:nvSpPr>
        <p:spPr/>
        <p:txBody>
          <a:bodyPr/>
          <a:lstStyle/>
          <a:p>
            <a:r>
              <a:rPr lang="vi-VN" dirty="0">
                <a:effectLst/>
              </a:rPr>
              <a:t>KNOWLEDGE RETRIEVAL</a:t>
            </a:r>
            <a:endParaRPr lang="vi-VN" dirty="0"/>
          </a:p>
        </p:txBody>
      </p:sp>
      <p:sp>
        <p:nvSpPr>
          <p:cNvPr id="3" name="Content Placeholder 2">
            <a:extLst>
              <a:ext uri="{FF2B5EF4-FFF2-40B4-BE49-F238E27FC236}">
                <a16:creationId xmlns:a16="http://schemas.microsoft.com/office/drawing/2014/main" id="{28D89FB0-7A5F-47B0-F93F-6CFF9D2F4352}"/>
              </a:ext>
            </a:extLst>
          </p:cNvPr>
          <p:cNvSpPr>
            <a:spLocks noGrp="1"/>
          </p:cNvSpPr>
          <p:nvPr>
            <p:ph idx="1"/>
          </p:nvPr>
        </p:nvSpPr>
        <p:spPr/>
        <p:txBody>
          <a:bodyPr/>
          <a:lstStyle/>
          <a:p>
            <a:pPr marL="285750" indent="-285750"/>
            <a:r>
              <a:rPr lang="vi-VN" b="1" dirty="0">
                <a:effectLst/>
              </a:rPr>
              <a:t>Hybrid Retrieval (Truy xuất Lai ghép)</a:t>
            </a:r>
          </a:p>
          <a:p>
            <a:pPr lvl="1"/>
            <a:r>
              <a:rPr lang="vi-VN" b="1" dirty="0"/>
              <a:t>Graph+Vector RAG</a:t>
            </a:r>
            <a:r>
              <a:rPr lang="vi-VN" dirty="0"/>
              <a:t>, kết hợp đồ thị tri thức (knowledge graph) và cơ sở dữ liệu vector (vector database) làm nguồn truy xuất và tích hợp các kết quả được truy xuất để sinh ra câu trả lời. </a:t>
            </a:r>
          </a:p>
          <a:p>
            <a:pPr marL="742950" lvl="1" indent="-285750">
              <a:buFont typeface="Arial" panose="020B0604020202020204" pitchFamily="34" charset="0"/>
              <a:buChar char="•"/>
            </a:pPr>
            <a:r>
              <a:rPr lang="vi-VN" dirty="0"/>
              <a:t>Ví dụ, </a:t>
            </a:r>
            <a:r>
              <a:rPr lang="vi-VN" b="1" dirty="0"/>
              <a:t>ToG-2</a:t>
            </a:r>
            <a:r>
              <a:rPr lang="vi-VN" dirty="0"/>
              <a:t> thực hiện truy xuất chung (joint retrieval) trên một đồ thị tri thức và các tài liệu văn bản. Nó bắt đầu với các thực thể được xác định từ truy vấn và lặp đi lặp lại việc truy xuất kiến thức liên quan.</a:t>
            </a:r>
          </a:p>
          <a:p>
            <a:pPr marL="742950" lvl="1" indent="-285750"/>
            <a:endParaRPr lang="vi-VN" b="1" dirty="0">
              <a:effectLst/>
            </a:endParaRPr>
          </a:p>
        </p:txBody>
      </p:sp>
    </p:spTree>
    <p:extLst>
      <p:ext uri="{BB962C8B-B14F-4D97-AF65-F5344CB8AC3E}">
        <p14:creationId xmlns:p14="http://schemas.microsoft.com/office/powerpoint/2010/main" val="4154675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p:txBody>
          <a:bodyPr>
            <a:normAutofit/>
          </a:bodyPr>
          <a:lstStyle/>
          <a:p>
            <a:pPr>
              <a:buFont typeface="Arial" panose="020B0604020202020204" pitchFamily="34" charset="0"/>
              <a:buChar char="•"/>
            </a:pPr>
            <a:r>
              <a:rPr lang="vi-VN" sz="2400" dirty="0"/>
              <a:t>Giai đoạn </a:t>
            </a:r>
            <a:r>
              <a:rPr lang="vi-VN" sz="2400" b="1" dirty="0"/>
              <a:t>KNOWLEDGE RETRIEVAL</a:t>
            </a:r>
            <a:r>
              <a:rPr lang="vi-VN" sz="2400" dirty="0"/>
              <a:t> (truy xuất tri thức) được thiết kế để thu thập các tài liệu phù hợp từ nhiều nguồn bên ngoài, dựa trên một truy vấn cụ thể.</a:t>
            </a:r>
          </a:p>
          <a:p>
            <a:pPr>
              <a:buFont typeface="Arial" panose="020B0604020202020204" pitchFamily="34" charset="0"/>
              <a:buChar char="•"/>
            </a:pPr>
            <a:r>
              <a:rPr lang="vi-VN" sz="2400" dirty="0"/>
              <a:t>Tiếp theo, giai đoạn KNOWLEDGE INTEGRATION tích hợp tập trung vào việc tổng hợp một cách liền mạch các tài liệu thu được từ quá trình </a:t>
            </a:r>
            <a:r>
              <a:rPr lang="vi-VN" sz="2400" b="1" dirty="0"/>
              <a:t>KNOWLEDGE RETRIEVAL</a:t>
            </a:r>
            <a:r>
              <a:rPr lang="vi-VN" sz="2400" dirty="0"/>
              <a:t> thành một prompt mạch lạc, đồng thời thiết lập các mục tiêu huấn luyện phù hợp cho mục đích tối ưu hóa</a:t>
            </a:r>
          </a:p>
          <a:p>
            <a:pPr>
              <a:buFont typeface="Arial" panose="020B0604020202020204" pitchFamily="34" charset="0"/>
              <a:buChar char="•"/>
            </a:pPr>
            <a:r>
              <a:rPr lang="vi-VN" sz="2400" dirty="0"/>
              <a:t>Nhận thức rằng LLM là một khuôn khổ nền tảng và vững chắc, việc khám phá trong giai đoạn tích hợp chủ yếu </a:t>
            </a:r>
            <a:r>
              <a:rPr lang="vi-VN" sz="2400" b="1" dirty="0">
                <a:effectLst/>
              </a:rPr>
              <a:t>tránh việc sửa đổi cấu trúc bên trong</a:t>
            </a:r>
            <a:r>
              <a:rPr lang="vi-VN" sz="2400" dirty="0"/>
              <a:t> của các lớp riêng lẻ hoặc yêu cầu khởi tạo lại hoàn toàn LLM để huấn luyện.</a:t>
            </a:r>
          </a:p>
          <a:p>
            <a:endParaRPr lang="vi-VN" sz="2000" dirty="0"/>
          </a:p>
        </p:txBody>
      </p:sp>
    </p:spTree>
    <p:extLst>
      <p:ext uri="{BB962C8B-B14F-4D97-AF65-F5344CB8AC3E}">
        <p14:creationId xmlns:p14="http://schemas.microsoft.com/office/powerpoint/2010/main" val="2091677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p:txBody>
          <a:bodyPr>
            <a:normAutofit/>
          </a:bodyPr>
          <a:lstStyle/>
          <a:p>
            <a:pPr>
              <a:buFont typeface="Arial" panose="020B0604020202020204" pitchFamily="34" charset="0"/>
              <a:buChar char="•"/>
            </a:pPr>
            <a:r>
              <a:rPr lang="vi-VN" sz="2400" dirty="0"/>
              <a:t>Quy trình Tổng thể của Việc Tích hợp Tri thức (Overall Pipeline of Knowledge Integration)</a:t>
            </a:r>
          </a:p>
          <a:p>
            <a:pPr lvl="1"/>
            <a:r>
              <a:rPr lang="vi-VN" dirty="0"/>
              <a:t>Việc tích hợp tri thức được truy xuất từ đồ thị vào LLM chủ yếu bao gồm hai phương pháp chính: </a:t>
            </a:r>
          </a:p>
          <a:p>
            <a:pPr marL="1200150" lvl="2" indent="-285750"/>
            <a:r>
              <a:rPr lang="vi-VN" sz="2400" b="1" dirty="0"/>
              <a:t>fine-tuning</a:t>
            </a:r>
            <a:endParaRPr lang="vi-VN" sz="2400" dirty="0"/>
          </a:p>
          <a:p>
            <a:pPr marL="1200150" lvl="2" indent="-285750"/>
            <a:r>
              <a:rPr lang="vi-VN" sz="2400" b="1" dirty="0"/>
              <a:t>in-context learning</a:t>
            </a:r>
            <a:r>
              <a:rPr lang="vi-VN" sz="2400" dirty="0"/>
              <a:t> (</a:t>
            </a:r>
            <a:r>
              <a:rPr lang="vi-VN" sz="2400" b="1" dirty="0"/>
              <a:t>học trong ngữ cảnh)</a:t>
            </a:r>
            <a:r>
              <a:rPr lang="vi-VN" sz="2400" dirty="0"/>
              <a:t>.</a:t>
            </a:r>
          </a:p>
          <a:p>
            <a:pPr lvl="1"/>
            <a:r>
              <a:rPr lang="vi-VN" dirty="0"/>
              <a:t>Để tận dụng trực tiếp thông tin được truy xuất từ các tìm kiếm trên đồ thị nhằm tăng cường các LLM mã nguồn mở, fine-tuning cung cấp một giải pháp tích hợp trực tiếp. Các phương pháp này có thể là </a:t>
            </a:r>
            <a:r>
              <a:rPr lang="vi-VN" b="1" dirty="0">
                <a:effectLst/>
              </a:rPr>
              <a:t>tinh chỉnh dựa trên LoRA</a:t>
            </a:r>
            <a:r>
              <a:rPr lang="vi-VN" dirty="0"/>
              <a:t> (LoRA-based tuning) và các chiến lược fine-tuning hiệu quả về dữ liệu khác,,.</a:t>
            </a:r>
          </a:p>
        </p:txBody>
      </p:sp>
    </p:spTree>
    <p:extLst>
      <p:ext uri="{BB962C8B-B14F-4D97-AF65-F5344CB8AC3E}">
        <p14:creationId xmlns:p14="http://schemas.microsoft.com/office/powerpoint/2010/main" val="3531088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p:txBody>
          <a:bodyPr>
            <a:normAutofit/>
          </a:bodyPr>
          <a:lstStyle/>
          <a:p>
            <a:pPr>
              <a:buFont typeface="Arial" panose="020B0604020202020204" pitchFamily="34" charset="0"/>
              <a:buChar char="•"/>
            </a:pPr>
            <a:r>
              <a:rPr lang="vi-VN" sz="2400" dirty="0"/>
              <a:t>Quy trình Tổng thể của Việc Tích hợp Tri thức (Overall Pipeline of Knowledge Integration)</a:t>
            </a:r>
          </a:p>
          <a:p>
            <a:pPr lvl="1"/>
            <a:r>
              <a:rPr lang="vi-VN" dirty="0"/>
              <a:t>Phương pháp này "tiêm" (injects) tri thức được truy xuất trực tiếp vào LLM, tập trung vào thông tin được truy xuất từ đồ thị ở ba cấp độ tri thức để điều chỉnh mô hình: </a:t>
            </a:r>
          </a:p>
          <a:p>
            <a:pPr marL="1200150" lvl="2" indent="-285750"/>
            <a:r>
              <a:rPr lang="vi-VN" b="1" dirty="0"/>
              <a:t>Node-level knowledge (Tri thức cấp độ nút):</a:t>
            </a:r>
            <a:r>
              <a:rPr lang="vi-VN" dirty="0"/>
              <a:t> Thông tin về các thực thể riêng lẻ.</a:t>
            </a:r>
          </a:p>
          <a:p>
            <a:pPr marL="1200150" lvl="2" indent="-285750"/>
            <a:r>
              <a:rPr lang="vi-VN" b="1" dirty="0"/>
              <a:t>Path-level knowledge Tri thức cấp độ đường dẫn):</a:t>
            </a:r>
            <a:r>
              <a:rPr lang="vi-VN" dirty="0"/>
              <a:t> Thông tin về các mối quan hệ và chuỗi suy luận.</a:t>
            </a:r>
          </a:p>
          <a:p>
            <a:pPr marL="1200150" lvl="2" indent="-285750"/>
            <a:r>
              <a:rPr lang="vi-VN" b="1" dirty="0"/>
              <a:t>Subgraph-level knowledge (Tri thức cấp độ đồ thị con):</a:t>
            </a:r>
            <a:r>
              <a:rPr lang="vi-VN" dirty="0"/>
              <a:t> Thông tin về các cấu trúc và ngữ cảnh phức tạp hơn.</a:t>
            </a:r>
          </a:p>
          <a:p>
            <a:pPr marL="914400" lvl="2" indent="0">
              <a:buNone/>
            </a:pPr>
            <a:r>
              <a:rPr lang="vi-VN" dirty="0"/>
              <a:t>=&gt; Bằng cách này, thông tin đồ thị từ các cấp độ khác nhau sẽ tăng cường các khả năng khác nhau của LLM.</a:t>
            </a:r>
          </a:p>
        </p:txBody>
      </p:sp>
    </p:spTree>
    <p:extLst>
      <p:ext uri="{BB962C8B-B14F-4D97-AF65-F5344CB8AC3E}">
        <p14:creationId xmlns:p14="http://schemas.microsoft.com/office/powerpoint/2010/main" val="2170854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rmAutofit/>
          </a:bodyPr>
          <a:lstStyle/>
          <a:p>
            <a:pPr>
              <a:buFont typeface="Arial" panose="020B0604020202020204" pitchFamily="34" charset="0"/>
              <a:buChar char="•"/>
            </a:pPr>
            <a:r>
              <a:rPr lang="vi-VN" sz="2400" dirty="0"/>
              <a:t>Quy trình Tổng thể của Việc Tích hợp Tri thức (Overall Pipeline of Knowledge Integration)</a:t>
            </a:r>
          </a:p>
          <a:p>
            <a:pPr lvl="1"/>
            <a:r>
              <a:rPr lang="vi-VN" sz="2000" dirty="0"/>
              <a:t>Mặc dù nhiều LLM mã nguồn mở đã được phát hành cho đến nay, nhiều LLM tiên tiến nhất vẫn là </a:t>
            </a:r>
            <a:r>
              <a:rPr lang="vi-VN" sz="2000" b="1" dirty="0"/>
              <a:t>mã nguồn đóng</a:t>
            </a:r>
            <a:r>
              <a:rPr lang="vi-VN" sz="2000" dirty="0"/>
              <a:t> trên thực tế. Việc tích hợp các LLM mã nguồn đóng bị hạn chế vì không khả thi để huấn luyện chung hoặc fine-tune chúng theo kiểu từ đầu đến cuối (end-to-end).</a:t>
            </a:r>
          </a:p>
          <a:p>
            <a:pPr lvl="1"/>
            <a:r>
              <a:rPr lang="vi-VN" sz="2000" dirty="0"/>
              <a:t>Do đó, ICL cung cấp một chiến lược </a:t>
            </a:r>
            <a:r>
              <a:rPr lang="vi-VN" sz="2000" b="1" dirty="0"/>
              <a:t>gián tiếp</a:t>
            </a:r>
            <a:r>
              <a:rPr lang="vi-VN" sz="2000" dirty="0"/>
              <a:t> để tích hợp tri thức, có thể được chia thành hai bước chính: </a:t>
            </a:r>
          </a:p>
          <a:p>
            <a:pPr marL="1200150" lvl="2" indent="-285750"/>
            <a:r>
              <a:rPr lang="vi-VN" b="1" dirty="0"/>
              <a:t>Lựa chọn định dạng prompt (Prompt format choice):</a:t>
            </a:r>
            <a:r>
              <a:rPr lang="vi-VN" dirty="0"/>
              <a:t> Việc chọn định dạng prompt là cực kỳ quan trọng. Điều này là do LLM rất nhạy cảm với định dạng của prompt. Ví dụ, thứ tự của các ví dụ được cung cấp trong học trong ngữ cảnh có thể dẫn đến các phản hồi hoàn toàn khác nhau,.</a:t>
            </a:r>
          </a:p>
          <a:p>
            <a:pPr marL="1200150" lvl="2" indent="-285750"/>
            <a:r>
              <a:rPr lang="vi-VN" b="1" dirty="0"/>
              <a:t>Tối ưu hóa phản hồi của LLM (LLM response optimization):</a:t>
            </a:r>
            <a:r>
              <a:rPr lang="vi-VN" dirty="0"/>
              <a:t> Sau khi có định dạng phù hợp, prompt này sẽ kết hợp nội dung đã được truy xuất và câu hỏi của người dùng làm đầu vào để yêu cầu LLM tạo ra phản hồi hoặc thực hiện tối ưu hóa thêm.</a:t>
            </a:r>
          </a:p>
        </p:txBody>
      </p:sp>
    </p:spTree>
    <p:extLst>
      <p:ext uri="{BB962C8B-B14F-4D97-AF65-F5344CB8AC3E}">
        <p14:creationId xmlns:p14="http://schemas.microsoft.com/office/powerpoint/2010/main" val="130637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rm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r>
              <a:rPr lang="vi-VN" sz="2000" dirty="0"/>
              <a:t> Quá trình fine-tuning, tận dụng các thông tin đồ thị khác nhau, có thể được chia thành ba loại riêng biệt dựa trên </a:t>
            </a:r>
            <a:r>
              <a:rPr lang="vi-VN" sz="2000" b="1" dirty="0"/>
              <a:t>độ chi tiết (granularity)</a:t>
            </a:r>
            <a:r>
              <a:rPr lang="vi-VN" sz="2000" dirty="0"/>
              <a:t> của mục tiêu đầu vào: </a:t>
            </a:r>
          </a:p>
          <a:p>
            <a:pPr marL="1200150" lvl="2" indent="-285750"/>
            <a:r>
              <a:rPr lang="vi-VN" b="1" dirty="0"/>
              <a:t>Node-level Knowledge (Tri thức Cấp độ Nút ):</a:t>
            </a:r>
            <a:r>
              <a:rPr lang="vi-VN" dirty="0"/>
              <a:t> Tập trung vào các nút riêng lẻ trong đồ thị (ví dụ: một người, một khái niệm, một tài liệu).</a:t>
            </a:r>
          </a:p>
          <a:p>
            <a:pPr marL="1200150" lvl="2" indent="-285750"/>
            <a:r>
              <a:rPr lang="vi-VN" b="1" dirty="0"/>
              <a:t>Path-level Knowledge (Tri thức Cấp độ Đường dẫn):</a:t>
            </a:r>
            <a:r>
              <a:rPr lang="vi-VN" dirty="0"/>
              <a:t> Tập trung vào các kết nối và chuỗi quan hệ giữa các nút (ví dụ: A -&gt; gây ra -&gt; B -&gt; dẫn đến -&gt; C).</a:t>
            </a:r>
          </a:p>
          <a:p>
            <a:pPr marL="1200150" lvl="2" indent="-285750"/>
            <a:r>
              <a:rPr lang="vi-VN" b="1" dirty="0"/>
              <a:t>Subgraph-level Knowledge (Tri thức Cấp độ Đồ thị con):</a:t>
            </a:r>
            <a:r>
              <a:rPr lang="vi-VN" dirty="0"/>
              <a:t> Xem xét các cấu trúc lớn hơn bao gồm nhiều nút và các kết nối qua lại của chúng (ví dụ: toàn bộ bối cảnh xung quanh một sự kiện).</a:t>
            </a:r>
          </a:p>
        </p:txBody>
      </p:sp>
    </p:spTree>
    <p:extLst>
      <p:ext uri="{BB962C8B-B14F-4D97-AF65-F5344CB8AC3E}">
        <p14:creationId xmlns:p14="http://schemas.microsoft.com/office/powerpoint/2010/main" val="1691773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0" indent="0">
              <a:buNone/>
            </a:pPr>
            <a:r>
              <a:rPr lang="vi-VN" sz="2400" b="1" dirty="0"/>
              <a:t>	1. Fine-tuning Techniques</a:t>
            </a:r>
            <a:endParaRPr lang="vi-VN" sz="2400" b="1" dirty="0">
              <a:effectLst/>
            </a:endParaRPr>
          </a:p>
          <a:p>
            <a:pPr lvl="3"/>
            <a:r>
              <a:rPr lang="vi-VN" sz="2000" dirty="0"/>
              <a:t>Trong nhiều hệ thống RAG dựa trên đồ thị, mỗi node được liên kết với một tài liệu, chẳng hạn như một bản tóm tắt (abstract) trong một mạng lưới trích dẫn (citation network). </a:t>
            </a:r>
          </a:p>
          <a:p>
            <a:pPr lvl="3"/>
            <a:r>
              <a:rPr lang="vi-VN" sz="2000" dirty="0"/>
              <a:t>Vì dữ liệu chuyên ngành hiếm khi có mặt trong pretrainned dataset, một số nghiên cứu sử dụng </a:t>
            </a:r>
            <a:r>
              <a:rPr lang="vi-VN" sz="2000" b="1" dirty="0">
                <a:effectLst/>
              </a:rPr>
              <a:t>instruction tuning (tinh chỉnh theo chỉ dẫn)</a:t>
            </a:r>
            <a:r>
              <a:rPr lang="vi-VN" sz="2000" dirty="0"/>
              <a:t> để củng cố khả năng hiểu biết tri thức chuyên ngành trước khi tiến hành fine-tune cho các tác vụ sau đó.</a:t>
            </a:r>
          </a:p>
          <a:p>
            <a:pPr lvl="4"/>
            <a:r>
              <a:rPr lang="vi-VN" sz="2000" b="1" dirty="0">
                <a:effectLst/>
              </a:rPr>
              <a:t>instruction tuning: </a:t>
            </a:r>
            <a:r>
              <a:rPr lang="vi-VN" sz="2000" dirty="0">
                <a:effectLst/>
              </a:rPr>
              <a:t>fine-tune theo từng cặp instruction (yêu cầu) – response (phản hồi)</a:t>
            </a:r>
            <a:endParaRPr lang="vi-VN" sz="2000" dirty="0"/>
          </a:p>
          <a:p>
            <a:pPr lvl="1"/>
            <a:endParaRPr lang="vi-VN" sz="2000" dirty="0"/>
          </a:p>
        </p:txBody>
      </p:sp>
    </p:spTree>
    <p:extLst>
      <p:ext uri="{BB962C8B-B14F-4D97-AF65-F5344CB8AC3E}">
        <p14:creationId xmlns:p14="http://schemas.microsoft.com/office/powerpoint/2010/main" val="770483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Một phương pháp tinh chỉnh trực tiếp là cung cấp văn bản của nút và các văn bản lân cận làm thông tin ngữ cảnh vào LLM để hỗ trợ việc dự đoán. </a:t>
            </a:r>
          </a:p>
          <a:p>
            <a:pPr lvl="2"/>
            <a:r>
              <a:rPr lang="vi-VN" dirty="0"/>
              <a:t>Vì các tài liệu được truy xuất có thể rất lớn, các nhà nghiên cứu có thể tận dụng LLM để </a:t>
            </a:r>
            <a:r>
              <a:rPr lang="vi-VN" b="1" dirty="0"/>
              <a:t>cô đọng (distill)</a:t>
            </a:r>
            <a:r>
              <a:rPr lang="vi-VN" dirty="0"/>
              <a:t> các văn bản này thành một </a:t>
            </a:r>
            <a:r>
              <a:rPr lang="vi-VN" b="1" dirty="0"/>
              <a:t>embedding</a:t>
            </a:r>
            <a:r>
              <a:rPr lang="vi-VN" dirty="0"/>
              <a:t> duy nhất (một biểu diễn số học). </a:t>
            </a:r>
          </a:p>
          <a:p>
            <a:pPr lvl="3"/>
            <a:r>
              <a:rPr lang="vi-VN" dirty="0"/>
              <a:t>Gộp các vector bằng phép tính</a:t>
            </a:r>
          </a:p>
          <a:p>
            <a:pPr lvl="3"/>
            <a:r>
              <a:rPr lang="vi-VN" dirty="0"/>
              <a:t>Dùng LLM tóm tắt văn bản và tạo embedding</a:t>
            </a:r>
          </a:p>
          <a:p>
            <a:pPr lvl="3"/>
            <a:r>
              <a:rPr lang="vi-VN" dirty="0"/>
              <a:t>......</a:t>
            </a:r>
          </a:p>
          <a:p>
            <a:pPr lvl="2"/>
            <a:r>
              <a:rPr lang="vi-VN" dirty="0"/>
              <a:t>Mặc dù thiếu dữ liệu pretrained cho các token ngoài từ vựng (</a:t>
            </a:r>
            <a:r>
              <a:rPr lang="vi-VN" b="1" dirty="0"/>
              <a:t>OOV </a:t>
            </a:r>
            <a:r>
              <a:rPr lang="vi-VN" dirty="0"/>
              <a:t>– out of vocabulary tokens - các từ chuyên ngành mà LLM chưa từng thấy), LLM trên thực tế vẫn có khả năng phân biệt thông tin bên trong các embedding này (vì embedding không chỉ dựa vào từ vựng mà còn có các thông tin ngữ cảnh và khái niệm khác)</a:t>
            </a:r>
          </a:p>
          <a:p>
            <a:pPr lvl="1"/>
            <a:endParaRPr lang="vi-VN" sz="2000" dirty="0"/>
          </a:p>
        </p:txBody>
      </p:sp>
    </p:spTree>
    <p:extLst>
      <p:ext uri="{BB962C8B-B14F-4D97-AF65-F5344CB8AC3E}">
        <p14:creationId xmlns:p14="http://schemas.microsoft.com/office/powerpoint/2010/main" val="3922239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Để tăng cường thông tin trong các embedding này, các kỹ thuật </a:t>
            </a:r>
            <a:r>
              <a:rPr lang="vi-VN" b="1" dirty="0"/>
              <a:t>căn chỉnh (alignment techniques)</a:t>
            </a:r>
            <a:r>
              <a:rPr lang="vi-VN" dirty="0"/>
              <a:t> được tích hợp để hợp nhất dữ liệu đa phương thức (multi-modal data), chẳng hạn như hình ảnh. </a:t>
            </a:r>
          </a:p>
          <a:p>
            <a:pPr lvl="2"/>
            <a:r>
              <a:rPr lang="vi-VN" dirty="0"/>
              <a:t>Tức là alignment các embedding vào 1 không gian chung</a:t>
            </a:r>
          </a:p>
          <a:p>
            <a:pPr marL="1657350" lvl="3" indent="-285750"/>
            <a:r>
              <a:rPr lang="vi-VN" sz="2000" b="1" dirty="0"/>
              <a:t>Nói cách khác:</a:t>
            </a:r>
            <a:r>
              <a:rPr lang="vi-VN" sz="2000" dirty="0"/>
              <a:t> Chúng ta "dạy" cho LLM về một khái niệm cụ thể (nút) bằng cách cung cấp cho nó văn bản mô tả khái niệm đó và các khái niệm liên quan. Nếu văn bản quá dài, chúng ta dùng chính LLM để tóm tắt nó thành một "dấu vân tay" số học (embedding) để mô hình dễ xử lý hơn.</a:t>
            </a:r>
          </a:p>
          <a:p>
            <a:pPr lvl="1"/>
            <a:endParaRPr lang="vi-VN" sz="2000" dirty="0"/>
          </a:p>
        </p:txBody>
      </p:sp>
    </p:spTree>
    <p:extLst>
      <p:ext uri="{BB962C8B-B14F-4D97-AF65-F5344CB8AC3E}">
        <p14:creationId xmlns:p14="http://schemas.microsoft.com/office/powerpoint/2010/main" val="2178020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Các nhiệm vụ ngôn ngữ thường liên quan đến suy luận phức tạp và đòi hỏi sự hiểu biết rõ ràng về các mối quan hệ thực tế.</a:t>
            </a:r>
          </a:p>
          <a:p>
            <a:pPr marL="914400" lvl="2" indent="0">
              <a:buNone/>
            </a:pPr>
            <a:r>
              <a:rPr lang="vi-VN" dirty="0"/>
              <a:t>⇒ Bằng cách sử dụng các </a:t>
            </a:r>
            <a:r>
              <a:rPr lang="vi-VN" b="1" dirty="0"/>
              <a:t>đường dẫn trong KG</a:t>
            </a:r>
            <a:r>
              <a:rPr lang="vi-VN" dirty="0"/>
              <a:t>, LLM được dẫn dắt qua các mối quan hệ và thực thể chuyển tiếp, qua đó nâng cao khả năng suy luận của chúng với sự hỗ trợ dựa trên bằng chứng.</a:t>
            </a:r>
          </a:p>
          <a:p>
            <a:pPr lvl="2"/>
            <a:r>
              <a:rPr lang="vi-VN" dirty="0"/>
              <a:t>Các đường dẫn này có thể là các tuyến đường trực tiếp nhất từ các thực thể trong câu hỏi đến các thực thể trong câu trả lời, hoặc được khai thác bằng các mô hình truy xuất đồ thị hoặc các phương pháp heuristic. Chúng có thể hoạt động như cả </a:t>
            </a:r>
            <a:r>
              <a:rPr lang="vi-VN" b="1" dirty="0">
                <a:effectLst/>
              </a:rPr>
              <a:t>đầu vào và đầu ra</a:t>
            </a:r>
            <a:r>
              <a:rPr lang="vi-VN" dirty="0"/>
              <a:t>. </a:t>
            </a:r>
          </a:p>
          <a:p>
            <a:pPr lvl="3"/>
            <a:r>
              <a:rPr lang="vi-VN" b="1" dirty="0"/>
              <a:t>Heuristic methods</a:t>
            </a:r>
            <a:r>
              <a:rPr lang="vi-VN" dirty="0"/>
              <a:t>: áp dụng luật, ví dụ:</a:t>
            </a:r>
          </a:p>
          <a:p>
            <a:pPr lvl="4"/>
            <a:r>
              <a:rPr lang="vi-VN" dirty="0"/>
              <a:t>Ưu tiên quan hệ ngắn hơn.</a:t>
            </a:r>
          </a:p>
          <a:p>
            <a:pPr lvl="4"/>
            <a:r>
              <a:rPr lang="vi-VN" dirty="0"/>
              <a:t>Ưu tiên đường dẫn có quan hệ quan trọng hơn.</a:t>
            </a:r>
          </a:p>
          <a:p>
            <a:pPr lvl="2"/>
            <a:endParaRPr lang="vi-VN" dirty="0"/>
          </a:p>
        </p:txBody>
      </p:sp>
    </p:spTree>
    <p:extLst>
      <p:ext uri="{BB962C8B-B14F-4D97-AF65-F5344CB8AC3E}">
        <p14:creationId xmlns:p14="http://schemas.microsoft.com/office/powerpoint/2010/main" val="693511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Tuy nhiên, khi có nhiều đường dẫn tồn tại giữa hai nút, điều quan trọng là phải lọc bỏ các đường dẫn nhiễu (noisy paths) trong khi vẫn bảo toàn các mối quan hệ trong đồ thị tri thức. </a:t>
            </a:r>
          </a:p>
          <a:p>
            <a:pPr lvl="2"/>
            <a:r>
              <a:rPr lang="vi-VN" dirty="0"/>
              <a:t>Để duy trì tính toàn vẹn của các biểu diễn thực thể và mối quan hệ của chúng dọc theo các đường dẫn, một số phương pháp tập trung vào việc sử dụng các đường dẫn này làm mục tiêu huấn luyện, dự đoán các nút và quan hệ dọc theo một đường dẫn giữa hai nút hoặc thậm chí qua nhiều đường dẫn.</a:t>
            </a:r>
          </a:p>
          <a:p>
            <a:pPr marL="914400" lvl="2" indent="0">
              <a:buNone/>
            </a:pPr>
            <a:endParaRPr lang="vi-VN" dirty="0"/>
          </a:p>
          <a:p>
            <a:pPr lvl="1"/>
            <a:endParaRPr lang="vi-VN" sz="2000" dirty="0"/>
          </a:p>
        </p:txBody>
      </p:sp>
    </p:spTree>
    <p:extLst>
      <p:ext uri="{BB962C8B-B14F-4D97-AF65-F5344CB8AC3E}">
        <p14:creationId xmlns:p14="http://schemas.microsoft.com/office/powerpoint/2010/main" val="879018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marL="914400" lvl="2" indent="0">
              <a:buNone/>
            </a:pPr>
            <a:r>
              <a:rPr lang="vi-VN" dirty="0"/>
              <a:t>⇒ Điều này cho phép LLM tham gia vào </a:t>
            </a:r>
            <a:r>
              <a:rPr lang="vi-VN" b="1" dirty="0"/>
              <a:t>suy luận cấp độ cạnh (edge-level reasoning)</a:t>
            </a:r>
            <a:r>
              <a:rPr lang="vi-VN" dirty="0"/>
              <a:t> và tạo ra các kết quả đáng tin cậy.</a:t>
            </a:r>
          </a:p>
          <a:p>
            <a:pPr lvl="2"/>
            <a:r>
              <a:rPr lang="vi-VN" b="1" dirty="0">
                <a:effectLst/>
              </a:rPr>
              <a:t>Nói cách khác:</a:t>
            </a:r>
            <a:r>
              <a:rPr lang="vi-VN" dirty="0"/>
              <a:t> Chúng ta dạy cho LLM cách suy luận "từng bước một" bằng cách cho nó thấy các chuỗi quan hệ (đường dẫn). Mô hình có thể học cách dự đoán bước tiếp theo trong một chuỗi suy luận, giúp nó hiểu được logic và các mối quan hệ nhân quả.</a:t>
            </a:r>
          </a:p>
          <a:p>
            <a:pPr lvl="2"/>
            <a:endParaRPr lang="vi-VN" dirty="0"/>
          </a:p>
          <a:p>
            <a:pPr lvl="1"/>
            <a:endParaRPr lang="vi-VN" sz="2000" dirty="0"/>
          </a:p>
        </p:txBody>
      </p:sp>
    </p:spTree>
    <p:extLst>
      <p:ext uri="{BB962C8B-B14F-4D97-AF65-F5344CB8AC3E}">
        <p14:creationId xmlns:p14="http://schemas.microsoft.com/office/powerpoint/2010/main" val="4037057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Một đồ thị con (subgraph) đại diện cho một phân đoạn của đồ thị, bao gồm một tập hợp con các nút và cạnh từ cấu trúc ban đầu.</a:t>
            </a:r>
          </a:p>
          <a:p>
            <a:pPr lvl="2"/>
            <a:r>
              <a:rPr lang="vi-VN" dirty="0"/>
              <a:t> Không giống như cấu trúc tuyến tính của dữ liệu đường dẫn, dữ liệu đồ thị con thể hiện một cấu trúc phức tạp và bất quy tắc hơn. </a:t>
            </a:r>
          </a:p>
          <a:p>
            <a:pPr lvl="2"/>
            <a:r>
              <a:rPr lang="vi-VN" dirty="0"/>
              <a:t>Sự phức tạp này phát sinh vì các đồ thị con có thể chứa vô số kết nối ngoài những gì được tìm thấy trong các đường dẫn, cho phép chúng nắm bắt các mối quan hệ phức tạp giữa các nút và đặt ra một thách thức lớn hơn cho LLM để học hỏi.</a:t>
            </a:r>
          </a:p>
          <a:p>
            <a:pPr lvl="2"/>
            <a:endParaRPr lang="vi-VN" dirty="0"/>
          </a:p>
          <a:p>
            <a:pPr lvl="1"/>
            <a:endParaRPr lang="vi-VN" sz="2000" dirty="0"/>
          </a:p>
        </p:txBody>
      </p:sp>
    </p:spTree>
    <p:extLst>
      <p:ext uri="{BB962C8B-B14F-4D97-AF65-F5344CB8AC3E}">
        <p14:creationId xmlns:p14="http://schemas.microsoft.com/office/powerpoint/2010/main" val="1387179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Một cách tiếp cận trực tiếp là sử dụng một </a:t>
            </a:r>
            <a:r>
              <a:rPr lang="vi-VN" b="1" dirty="0">
                <a:effectLst/>
              </a:rPr>
              <a:t>graph encoder</a:t>
            </a:r>
            <a:r>
              <a:rPr lang="vi-VN" dirty="0"/>
              <a:t> để cô đọng thông tin cấp độ đồ thị con thành một </a:t>
            </a:r>
            <a:r>
              <a:rPr lang="vi-VN" b="1" dirty="0">
                <a:effectLst/>
              </a:rPr>
              <a:t>readout embedding</a:t>
            </a:r>
            <a:r>
              <a:rPr lang="vi-VN" dirty="0"/>
              <a:t>. </a:t>
            </a:r>
          </a:p>
          <a:p>
            <a:pPr lvl="2"/>
            <a:r>
              <a:rPr lang="vi-VN" dirty="0"/>
              <a:t>Ngoài ra, một số nhà nghiên cứu biến đổi dữ liệu đồ thị thành các chuỗi, tận dụng sức mạnh vốn có của LLM trong việc xử lý dữ liệu tuần tự, chẳng hạn như các truy vấn cơ sở dữ liệu đồ thị có thể thực thi.</a:t>
            </a:r>
          </a:p>
          <a:p>
            <a:pPr lvl="3"/>
            <a:r>
              <a:rPr lang="vi-VN" sz="2000" dirty="0"/>
              <a:t>Tuy nhiên, các phương pháp này thường bỏ qua nội dung văn bản phong phú trong các đồ thị con và không làm cho LLM nhận thức được cấu trúc đồ thị cơ bản.</a:t>
            </a:r>
          </a:p>
          <a:p>
            <a:pPr lvl="2"/>
            <a:endParaRPr lang="vi-VN" dirty="0"/>
          </a:p>
          <a:p>
            <a:pPr lvl="1"/>
            <a:endParaRPr lang="vi-VN" sz="2000" dirty="0"/>
          </a:p>
        </p:txBody>
      </p:sp>
    </p:spTree>
    <p:extLst>
      <p:ext uri="{BB962C8B-B14F-4D97-AF65-F5344CB8AC3E}">
        <p14:creationId xmlns:p14="http://schemas.microsoft.com/office/powerpoint/2010/main" val="3978908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lvl="2"/>
            <a:r>
              <a:rPr lang="vi-VN" dirty="0"/>
              <a:t>Để giải quyết vấn đề này, các nỗ lực được chia ra: </a:t>
            </a:r>
          </a:p>
          <a:p>
            <a:pPr marL="1657350" lvl="3" indent="-285750"/>
            <a:r>
              <a:rPr lang="vi-VN" sz="2000" dirty="0"/>
              <a:t>Một số tập trung vào việc </a:t>
            </a:r>
            <a:r>
              <a:rPr lang="vi-VN" sz="2000" b="1" dirty="0"/>
              <a:t>điều chỉnh kiến trúc transformer</a:t>
            </a:r>
            <a:r>
              <a:rPr lang="vi-VN" sz="2000" dirty="0"/>
              <a:t> để xử lý dữ liệu có cấu trúc tốt hơn.</a:t>
            </a:r>
          </a:p>
          <a:p>
            <a:pPr marL="1657350" lvl="3" indent="-285750"/>
            <a:r>
              <a:rPr lang="vi-VN" sz="2000" dirty="0"/>
              <a:t>Một số khác </a:t>
            </a:r>
            <a:r>
              <a:rPr lang="vi-VN" sz="2000" b="1" dirty="0"/>
              <a:t>kết hợp mô tả của các nút và cạnh trực tiếp vào prompt</a:t>
            </a:r>
            <a:r>
              <a:rPr lang="vi-VN" sz="2000" dirty="0"/>
              <a:t>.</a:t>
            </a:r>
          </a:p>
          <a:p>
            <a:pPr lvl="2"/>
            <a:r>
              <a:rPr lang="vi-VN" dirty="0"/>
              <a:t>Tuy nhiên, vẫn còn những thách thức đối với các phương pháp hiện có. Phương pháp đầu tiên có nguy cơ làm mất kiến thức thu được trong quá trình tiền huấn luyện do thay đổi kiến trúc, trong khi phương pháp thứ hai có thể gặp khó khăn với các đồ thị dày đặc có số lượng lớn các nút và cạnh. </a:t>
            </a:r>
          </a:p>
          <a:p>
            <a:pPr marL="742950" lvl="1" indent="-285750"/>
            <a:endParaRPr lang="vi-VN" dirty="0"/>
          </a:p>
          <a:p>
            <a:pPr lvl="1"/>
            <a:endParaRPr lang="vi-VN" sz="2000" dirty="0"/>
          </a:p>
        </p:txBody>
      </p:sp>
    </p:spTree>
    <p:extLst>
      <p:ext uri="{BB962C8B-B14F-4D97-AF65-F5344CB8AC3E}">
        <p14:creationId xmlns:p14="http://schemas.microsoft.com/office/powerpoint/2010/main" val="2537765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vi-VN" sz="2000" b="1" dirty="0"/>
              <a:t>1. Fine-tuning Techniques</a:t>
            </a:r>
            <a:endParaRPr lang="vi-VN" sz="2000" b="1" dirty="0">
              <a:effectLst/>
            </a:endParaRPr>
          </a:p>
          <a:p>
            <a:pPr marL="914400" lvl="2" indent="0">
              <a:buNone/>
            </a:pPr>
            <a:r>
              <a:rPr lang="vi-VN" b="1" dirty="0"/>
              <a:t>=&gt; Nói cách khác:</a:t>
            </a:r>
            <a:r>
              <a:rPr lang="vi-VN" dirty="0"/>
              <a:t> Chúng ta muốn LLM hiểu được toàn bộ bối cảnh xung quanh một topic (subgraph). Vì LLM giỏi xử lý văn bản theo chuỗi, chúng ta có thể tóm tắt đồ thị con thành một đoạn văn bản (embedding) hoặc biến nó thành một chuỗi các chỉ dẫn (query). Cả hai cách đều có nhược điểm, và việc tìm ra cách tốt nhất để LLM "đọc" và hiểu một cấu trúc phức tạp như đồ thị vẫn là một lĩnh vực nghiên cứu tích cực.</a:t>
            </a:r>
          </a:p>
          <a:p>
            <a:pPr marL="742950" lvl="1" indent="-285750"/>
            <a:endParaRPr lang="vi-VN" dirty="0"/>
          </a:p>
          <a:p>
            <a:pPr lvl="1"/>
            <a:endParaRPr lang="vi-VN" sz="2000" dirty="0"/>
          </a:p>
        </p:txBody>
      </p:sp>
    </p:spTree>
    <p:extLst>
      <p:ext uri="{BB962C8B-B14F-4D97-AF65-F5344CB8AC3E}">
        <p14:creationId xmlns:p14="http://schemas.microsoft.com/office/powerpoint/2010/main" val="1344222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Nghiên cứu gần đây về tích hợp tri thức thông qua học trong ngữ cảnh (ICL) đã giới thiệu các khuôn khổ tinh vi có thể được chia thành hai giai đoạn:</a:t>
            </a:r>
          </a:p>
          <a:p>
            <a:pPr lvl="3"/>
            <a:r>
              <a:rPr lang="vi-VN" sz="2000" dirty="0"/>
              <a:t>Graph-enhanced Chain-of-Thought (Chuỗi Suy nghĩ Tăng cường bằng Đồ thị): Cách tiếp cận này tận dụng các cấu trúc đồ thị để nâng cao quá trình suy luận trong LLM.</a:t>
            </a:r>
          </a:p>
          <a:p>
            <a:pPr lvl="3"/>
            <a:r>
              <a:rPr lang="vi-VN" sz="2000" dirty="0"/>
              <a:t>Collaborative Knowledge Graph Refinement (Tinh chỉnh Đồ thị Tri thức Cộng tác): Phương pháp này nhấn mạnh các kỹ thuật riêng biệt được sử dụng để tối ưu hóa phản hồi của LLM thông qua việc tinh chỉnh cộng tác các đồ thị tri thức được xây dựng tốt.</a:t>
            </a:r>
          </a:p>
          <a:p>
            <a:pPr lvl="1"/>
            <a:endParaRPr lang="vi-VN" sz="2000" dirty="0"/>
          </a:p>
        </p:txBody>
      </p:sp>
    </p:spTree>
    <p:extLst>
      <p:ext uri="{BB962C8B-B14F-4D97-AF65-F5344CB8AC3E}">
        <p14:creationId xmlns:p14="http://schemas.microsoft.com/office/powerpoint/2010/main" val="991317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Vì Chain-of-Thought - CoT đã chứng tỏ hiệu suất cải thiện và khả năng mở rộng hiệu quả, các kỹ thuật prompting dựa trên CoT để tích hợp tri thức cũng cho thấy tiềm năng mạnh mẽ trong suy luận đa bước phức tạp. CoT tăng cường bằng đồ thị, chẳng hạn như </a:t>
            </a:r>
            <a:r>
              <a:rPr lang="vi-VN" b="1" dirty="0">
                <a:effectLst/>
              </a:rPr>
              <a:t>Reasoning on Graphs</a:t>
            </a:r>
            <a:r>
              <a:rPr lang="vi-VN" dirty="0"/>
              <a:t>, nhấn mạnh suy luận theo chuỗi dựa trên sự tương tác giữa đồ thị và LLM.</a:t>
            </a:r>
          </a:p>
          <a:p>
            <a:pPr lvl="2"/>
            <a:r>
              <a:rPr lang="vi-VN" b="1" dirty="0">
                <a:effectLst/>
              </a:rPr>
              <a:t>Think-on-Graph</a:t>
            </a:r>
            <a:r>
              <a:rPr lang="vi-VN" dirty="0"/>
              <a:t> đề xuất một khuôn khổ suy luận dựa trên sự tương tác KG-LLM; LLM được yêu cầu truy xuất đồ thị con có liên quan của từ khóa được đề xuất trước, sau đó suy luận ra kết quả cuối cùng thông qua suy luận theo chuỗi.</a:t>
            </a:r>
          </a:p>
          <a:p>
            <a:pPr lvl="2"/>
            <a:r>
              <a:rPr lang="vi-VN" dirty="0"/>
              <a:t>Tương tự, trong </a:t>
            </a:r>
            <a:r>
              <a:rPr lang="vi-VN" b="1" dirty="0">
                <a:effectLst/>
              </a:rPr>
              <a:t>Graph CoT</a:t>
            </a:r>
            <a:r>
              <a:rPr lang="vi-VN" dirty="0"/>
              <a:t>, với một câu hỏi, LLM suy luận về thành phần chính trong đồ thị bên ngoài cần thiết cho câu trả lời cuối cùng, sau đó sử dụng thực thi và tương tác đồ thị đa vòng để hoàn thành suy luận theo chuỗi và kết luận câu trả lời cuối cùng.</a:t>
            </a:r>
          </a:p>
        </p:txBody>
      </p:sp>
    </p:spTree>
    <p:extLst>
      <p:ext uri="{BB962C8B-B14F-4D97-AF65-F5344CB8AC3E}">
        <p14:creationId xmlns:p14="http://schemas.microsoft.com/office/powerpoint/2010/main" val="2802278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b="1" dirty="0"/>
              <a:t>Chain-of-Knowledge</a:t>
            </a:r>
            <a:r>
              <a:rPr lang="vi-VN" dirty="0"/>
              <a:t>, đầu tiên xây dựng các ví dụ mẫu (exemplars) trả lời câu hỏi dựa trên evidence triples được truy xuất từ cơ sở tri thức, sau đó sử dụng xác minh độ tin cậy và tính xác thực để kiểm tra sự đáng tin cậy của chuỗi dự đoán (xác thực triples).</a:t>
            </a:r>
          </a:p>
          <a:p>
            <a:pPr lvl="2"/>
            <a:r>
              <a:rPr lang="vi-VN" b="1" dirty="0"/>
              <a:t>Program-of-Thought (PoT)</a:t>
            </a:r>
            <a:r>
              <a:rPr lang="vi-VN" dirty="0"/>
              <a:t> cũng là một kỹ thuật prompting được thiết kế tốt, mở rộng CoT sang các kịch bản lập trình. Dựa trên điều này, khuôn khổ </a:t>
            </a:r>
            <a:r>
              <a:rPr lang="vi-VN" b="1" dirty="0"/>
              <a:t>KnowledGPT</a:t>
            </a:r>
            <a:r>
              <a:rPr lang="vi-VN" dirty="0"/>
              <a:t> sử dụng PoT để tạo ra ngôn ngữ nghiên cứu của các cơ sở tri thức để truy xuất câu trả lời từng bước.</a:t>
            </a:r>
          </a:p>
          <a:p>
            <a:pPr lvl="3"/>
            <a:r>
              <a:rPr lang="vi-VN" dirty="0"/>
              <a:t>PoT = “CoT nhưng ở dạng pseudo-code” → đảm bảo </a:t>
            </a:r>
            <a:r>
              <a:rPr lang="vi-VN" b="1" dirty="0"/>
              <a:t>tính chính xác cao</a:t>
            </a:r>
            <a:r>
              <a:rPr lang="vi-VN" dirty="0"/>
              <a:t> hơn, vì có thể chạy code thật hoặc query thật.</a:t>
            </a:r>
          </a:p>
          <a:p>
            <a:pPr lvl="3"/>
            <a:r>
              <a:rPr lang="vi-VN" dirty="0"/>
              <a:t>KnowledGPT + PoT -&gt; LLM viết PoT dưới dạng query code thay vì string reasoning -&gt; thực thi code trên KB (Knowledge Base) -&gt; trả về kết quả</a:t>
            </a:r>
          </a:p>
          <a:p>
            <a:pPr lvl="2"/>
            <a:r>
              <a:rPr lang="vi-VN" dirty="0"/>
              <a:t>Các phương pháp dựa trên CoT đạt được tiến bộ đầy hứa hẹn trong việc tích hợp tri thức cho GraphRAG, cải thiện đáng kể khả năng suy luận các câu hỏi phức tạp cho LLM.</a:t>
            </a:r>
          </a:p>
          <a:p>
            <a:pPr lvl="2"/>
            <a:endParaRPr lang="vi-VN" dirty="0"/>
          </a:p>
        </p:txBody>
      </p:sp>
    </p:spTree>
    <p:extLst>
      <p:ext uri="{BB962C8B-B14F-4D97-AF65-F5344CB8AC3E}">
        <p14:creationId xmlns:p14="http://schemas.microsoft.com/office/powerpoint/2010/main" val="27993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Tuy nhiên, </a:t>
            </a:r>
            <a:r>
              <a:rPr lang="vi-VN" b="1" dirty="0"/>
              <a:t>sự tích tụ lỗi (error accumulation)</a:t>
            </a:r>
            <a:r>
              <a:rPr lang="vi-VN" dirty="0"/>
              <a:t> vẫn là một vấn đề nghiêm trọng trong mô hình ICL này.</a:t>
            </a:r>
          </a:p>
          <a:p>
            <a:pPr lvl="3"/>
            <a:r>
              <a:rPr lang="vi-VN" dirty="0"/>
              <a:t>Xử lí multi-hop -&gt; 1 bước sai thì các bước sau có thể đi chệch hướng</a:t>
            </a:r>
          </a:p>
          <a:p>
            <a:pPr lvl="2"/>
            <a:r>
              <a:rPr lang="vi-VN" dirty="0"/>
              <a:t>Để giải quyết vấn đề này, nghiên cứu đang được tiến hành để đa dạng hóa các con đường suy luận mà LLM có thể thực hiện để đi đến cùng một kết luận, điều này có thể giúp giảm thiểu ảnh hưởng của việc lan truyền lỗi. </a:t>
            </a:r>
          </a:p>
          <a:p>
            <a:pPr lvl="3"/>
            <a:r>
              <a:rPr lang="vi-VN" dirty="0"/>
              <a:t>Sinh nhiều chain reason cho 1 query, cuối cùng lấy majority voting (kết quả phổ biến nhất, tức là nhiều chain đưa ra cùng đáp án đó) -&gt; tăng độ tin cậy</a:t>
            </a:r>
          </a:p>
          <a:p>
            <a:pPr lvl="2"/>
            <a:endParaRPr lang="vi-VN" dirty="0"/>
          </a:p>
        </p:txBody>
      </p:sp>
    </p:spTree>
    <p:extLst>
      <p:ext uri="{BB962C8B-B14F-4D97-AF65-F5344CB8AC3E}">
        <p14:creationId xmlns:p14="http://schemas.microsoft.com/office/powerpoint/2010/main" val="36240682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Ngoài ra, việc tích hợp học trong ngữ cảnh trực quan cho các Large Vision-Language Models đang được khám phá để tăng cường tương tác đa phương thức và căn chỉnh biểu diễn, điều này có thể cung cấp thêm những hiểu biết sâu sắc về việc quản lý sự tích tụ lỗi trong các nhiệm vụ suy luận.</a:t>
            </a:r>
          </a:p>
          <a:p>
            <a:pPr lvl="3"/>
            <a:r>
              <a:rPr lang="vi-VN" dirty="0"/>
              <a:t>đưa thêm modalities khác (hình ảnh, sơ đồ, bảng, graph visualization…) vào quá trình In-Context Learning.</a:t>
            </a:r>
          </a:p>
          <a:p>
            <a:pPr lvl="3"/>
            <a:r>
              <a:rPr lang="vi-VN" b="1" dirty="0"/>
              <a:t>Visual In-Context Learning cho LVLMs:</a:t>
            </a:r>
            <a:endParaRPr lang="vi-VN" dirty="0"/>
          </a:p>
          <a:p>
            <a:pPr lvl="4"/>
            <a:r>
              <a:rPr lang="vi-VN" dirty="0"/>
              <a:t>Cho mô hình nhìn </a:t>
            </a:r>
            <a:r>
              <a:rPr lang="vi-VN" b="1" dirty="0"/>
              <a:t>biểu diễn trực quan</a:t>
            </a:r>
            <a:r>
              <a:rPr lang="vi-VN" dirty="0"/>
              <a:t> của dữ liệu (graph, ảnh, sơ đồ tri thức).</a:t>
            </a:r>
          </a:p>
          <a:p>
            <a:pPr lvl="4"/>
            <a:r>
              <a:rPr lang="vi-VN" dirty="0"/>
              <a:t>Yêu cầu reasoning dựa trên </a:t>
            </a:r>
            <a:r>
              <a:rPr lang="vi-VN" b="1" dirty="0"/>
              <a:t>sự kết hợp giữa text + visual input</a:t>
            </a:r>
            <a:r>
              <a:rPr lang="vi-VN" dirty="0"/>
              <a:t>.</a:t>
            </a:r>
          </a:p>
          <a:p>
            <a:pPr lvl="4"/>
            <a:endParaRPr lang="vi-VN" dirty="0"/>
          </a:p>
          <a:p>
            <a:pPr lvl="2"/>
            <a:endParaRPr lang="vi-VN" dirty="0"/>
          </a:p>
        </p:txBody>
      </p:sp>
    </p:spTree>
    <p:extLst>
      <p:ext uri="{BB962C8B-B14F-4D97-AF65-F5344CB8AC3E}">
        <p14:creationId xmlns:p14="http://schemas.microsoft.com/office/powerpoint/2010/main" val="13289115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Thay vì sử dụng một kỹ thuật prompting được thiết kế tốt để tạo ra một prompt tốt hơn hoặc gợi ý LLM suy luận tốt hơn, việc </a:t>
            </a:r>
            <a:r>
              <a:rPr lang="vi-VN" b="1" dirty="0"/>
              <a:t>tinh chỉnh phản hồi ban đầu của LLM</a:t>
            </a:r>
            <a:r>
              <a:rPr lang="vi-VN" dirty="0"/>
              <a:t> dựa trên kiến thức thực tế trong đồ thị tri thức cũng là một phương pháp hiệu quả để ngăn chặn các kịch bản </a:t>
            </a:r>
            <a:r>
              <a:rPr lang="vi-VN" b="1" dirty="0"/>
              <a:t>ảo giác (hallucination)</a:t>
            </a:r>
            <a:r>
              <a:rPr lang="vi-VN" dirty="0"/>
              <a:t> của LLM. Tính kịp thời và chính xác của các đồ thị tri thức là rất quan trọng, vì chúng ảnh hưởng lớn đến chất lượng của việc sinh tăng cường. Duy trì và tinh chỉnh nội dung trong các đồ thị tri thức thông qua phản hồi trong quá trình sinh của LLM là một chiến lược quan trọng trong GraphRAG.</a:t>
            </a:r>
          </a:p>
          <a:p>
            <a:pPr lvl="2"/>
            <a:r>
              <a:rPr lang="vi-VN" dirty="0"/>
              <a:t>Đại diện là </a:t>
            </a:r>
            <a:r>
              <a:rPr lang="vi-VN" b="1" dirty="0"/>
              <a:t>KG-based Retrofitting</a:t>
            </a:r>
            <a:r>
              <a:rPr lang="vi-VN" dirty="0"/>
              <a:t>, một khuôn khổ kết hợp LLM với KG để giảm thiểu ảo giác trong quá trình suy luận. Nó "sửa chữa" (retrofits) các câu trả lời nháp ban đầu của LLM dựa trên kiến thức thực tế được lưu trữ trong KG với một quy trình xác minh và tinh chỉnh tri thức tự động.</a:t>
            </a:r>
          </a:p>
          <a:p>
            <a:pPr lvl="2"/>
            <a:endParaRPr lang="vi-VN" dirty="0"/>
          </a:p>
        </p:txBody>
      </p:sp>
    </p:spTree>
    <p:extLst>
      <p:ext uri="{BB962C8B-B14F-4D97-AF65-F5344CB8AC3E}">
        <p14:creationId xmlns:p14="http://schemas.microsoft.com/office/powerpoint/2010/main" val="2250560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normAutofit/>
          </a:bodyPr>
          <a:lstStyle/>
          <a:p>
            <a:pPr lvl="2"/>
            <a:r>
              <a:rPr lang="vi-VN" sz="2400" b="1" dirty="0"/>
              <a:t>KG-based Retrofitting</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3"/>
            <a:ext cx="10515600" cy="5223753"/>
          </a:xfrm>
        </p:spPr>
        <p:txBody>
          <a:bodyPr>
            <a:noAutofit/>
          </a:bodyPr>
          <a:lstStyle/>
          <a:p>
            <a:pPr lvl="2"/>
            <a:endParaRPr lang="vi-VN" sz="1800" dirty="0"/>
          </a:p>
          <a:p>
            <a:pPr lvl="2"/>
            <a:endParaRPr lang="vi-VN" sz="1800" dirty="0"/>
          </a:p>
          <a:p>
            <a:pPr lvl="2"/>
            <a:endParaRPr lang="vi-VN" sz="1800" dirty="0"/>
          </a:p>
          <a:p>
            <a:pPr lvl="2"/>
            <a:endParaRPr lang="vi-VN" sz="1800" dirty="0"/>
          </a:p>
          <a:p>
            <a:pPr lvl="2"/>
            <a:endParaRPr lang="vi-VN" sz="1600" dirty="0"/>
          </a:p>
          <a:p>
            <a:pPr lvl="2"/>
            <a:r>
              <a:rPr lang="vi-VN" sz="1600" dirty="0"/>
              <a:t>Grounding Triples (Triples gốc) - &gt; rule mining (tạo luật) → Rules → embedding rules → rule subspace</a:t>
            </a:r>
          </a:p>
          <a:p>
            <a:pPr lvl="2"/>
            <a:r>
              <a:rPr lang="vi-VN" sz="1600" dirty="0"/>
              <a:t>Grounding Triples → embedding → knowledge embedding</a:t>
            </a:r>
          </a:p>
          <a:p>
            <a:pPr lvl="2"/>
            <a:r>
              <a:rPr lang="vi-VN" sz="1600" dirty="0"/>
              <a:t>Các bước: </a:t>
            </a:r>
          </a:p>
          <a:p>
            <a:pPr marL="1657350" lvl="3" indent="-285750"/>
            <a:r>
              <a:rPr lang="vi-VN" sz="1600" b="1" dirty="0"/>
              <a:t>Triples → Rule Mining</a:t>
            </a:r>
            <a:r>
              <a:rPr lang="vi-VN" sz="1600" dirty="0"/>
              <a:t> (tạo luật từ dữ liệu KG) -&gt; tính confidence ban đầu</a:t>
            </a:r>
          </a:p>
          <a:p>
            <a:pPr marL="1657350" lvl="3" indent="-285750"/>
            <a:r>
              <a:rPr lang="vi-VN" sz="1600" b="1" dirty="0"/>
              <a:t>Khởi tạo knowledge embedding </a:t>
            </a:r>
            <a:r>
              <a:rPr lang="el-GR" sz="1600" b="1" dirty="0"/>
              <a:t>θ</a:t>
            </a:r>
            <a:endParaRPr lang="vi-VN" sz="1600" b="1" dirty="0"/>
          </a:p>
          <a:p>
            <a:pPr marL="1657350" lvl="3" indent="-285750"/>
            <a:r>
              <a:rPr lang="vi-VN" sz="1600" b="1" dirty="0"/>
              <a:t>Project knowledge embedding vào Rules subspace: </a:t>
            </a:r>
            <a:r>
              <a:rPr lang="el-GR" sz="1600" b="1" dirty="0"/>
              <a:t>θ </a:t>
            </a:r>
            <a:r>
              <a:rPr lang="vi-VN" sz="1600" b="1" dirty="0"/>
              <a:t>-&gt; </a:t>
            </a:r>
            <a:r>
              <a:rPr lang="el-GR" sz="1600" b="1" dirty="0"/>
              <a:t>θ′</a:t>
            </a:r>
            <a:r>
              <a:rPr lang="el-GR" sz="1600" dirty="0"/>
              <a:t> (</a:t>
            </a:r>
            <a:r>
              <a:rPr lang="vi-VN" sz="1600" dirty="0"/>
              <a:t>thêm logic rule vào embeddings).</a:t>
            </a:r>
          </a:p>
          <a:p>
            <a:pPr marL="1657350" lvl="3" indent="-285750"/>
            <a:r>
              <a:rPr lang="vi-VN" sz="1600" dirty="0"/>
              <a:t>Cập nhật </a:t>
            </a:r>
            <a:r>
              <a:rPr lang="el-GR" sz="1600" b="1" dirty="0"/>
              <a:t>θ </a:t>
            </a:r>
            <a:r>
              <a:rPr lang="vi-VN" sz="1600" dirty="0"/>
              <a:t>và</a:t>
            </a:r>
            <a:r>
              <a:rPr lang="vi-VN" sz="1600" b="1" dirty="0"/>
              <a:t> </a:t>
            </a:r>
            <a:r>
              <a:rPr lang="el-GR" sz="1600" b="1" dirty="0"/>
              <a:t>θ′</a:t>
            </a:r>
            <a:r>
              <a:rPr lang="vi-VN" sz="1600" b="1" dirty="0"/>
              <a:t> từ </a:t>
            </a:r>
            <a:r>
              <a:rPr lang="vi-VN" sz="1600" dirty="0"/>
              <a:t>Triples và tối ưu loss rule</a:t>
            </a:r>
            <a:r>
              <a:rPr lang="el-GR" sz="1600" dirty="0"/>
              <a:t> </a:t>
            </a:r>
            <a:endParaRPr lang="vi-VN" sz="1600" dirty="0"/>
          </a:p>
          <a:p>
            <a:pPr marL="1657350" lvl="3" indent="-285750"/>
            <a:r>
              <a:rPr lang="vi-VN" sz="1600" b="1" dirty="0"/>
              <a:t>update confidence rules</a:t>
            </a:r>
            <a:endParaRPr lang="vi-VN" sz="1600" dirty="0"/>
          </a:p>
          <a:p>
            <a:pPr marL="1657350" lvl="3" indent="-285750"/>
            <a:r>
              <a:rPr lang="vi-VN" sz="1600" b="1" dirty="0"/>
              <a:t>Lặp lại</a:t>
            </a:r>
            <a:r>
              <a:rPr lang="vi-VN" sz="1600" dirty="0"/>
              <a:t> để embeddings và rules ngày càng chính xác</a:t>
            </a:r>
          </a:p>
          <a:p>
            <a:pPr lvl="4"/>
            <a:r>
              <a:rPr lang="vi-VN" sz="1600" dirty="0"/>
              <a:t>tức là dựa vào confidence để chọn rule tin cậy trong Rules</a:t>
            </a:r>
          </a:p>
          <a:p>
            <a:pPr lvl="4"/>
            <a:r>
              <a:rPr lang="vi-VN" sz="1600" dirty="0"/>
              <a:t>Chọn top-k lọc bỏ luật kém</a:t>
            </a:r>
          </a:p>
          <a:p>
            <a:pPr lvl="2"/>
            <a:endParaRPr lang="vi-VN" dirty="0"/>
          </a:p>
        </p:txBody>
      </p:sp>
      <p:pic>
        <p:nvPicPr>
          <p:cNvPr id="1034" name="Picture 10">
            <a:extLst>
              <a:ext uri="{FF2B5EF4-FFF2-40B4-BE49-F238E27FC236}">
                <a16:creationId xmlns:a16="http://schemas.microsoft.com/office/drawing/2014/main" id="{47131ECE-6494-A357-8EF1-C0FDDA5F5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991" y="68094"/>
            <a:ext cx="7707549" cy="2928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579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lvl="2"/>
            <a:r>
              <a:rPr lang="vi-VN" dirty="0"/>
              <a:t>Tương tự, </a:t>
            </a:r>
            <a:r>
              <a:rPr lang="vi-VN" b="1" dirty="0"/>
              <a:t>KELP</a:t>
            </a:r>
            <a:r>
              <a:rPr lang="vi-VN" dirty="0"/>
              <a:t> tinh chỉnh một bộ mã hóa có thể huấn luyện để lựa chọn đường dẫn dựa trên phản hồi của LLM.</a:t>
            </a:r>
          </a:p>
          <a:p>
            <a:pPr lvl="3"/>
            <a:r>
              <a:rPr lang="vi-VN" b="1" dirty="0"/>
              <a:t>Path Encoder</a:t>
            </a:r>
            <a:r>
              <a:rPr lang="vi-VN" dirty="0"/>
              <a:t>: KELP encode một đường dẫn trong KG thành vector (ví dụ: entity A → relation r1 → entity B → relation r2 → entity C).</a:t>
            </a:r>
          </a:p>
          <a:p>
            <a:pPr lvl="3"/>
            <a:r>
              <a:rPr lang="vi-VN" b="1" dirty="0"/>
              <a:t>LLM Feedback</a:t>
            </a:r>
            <a:r>
              <a:rPr lang="vi-VN" dirty="0"/>
              <a:t>: đường dẫn này được đánh giá/tinh chỉnh nhờ phản hồi của LLM</a:t>
            </a:r>
          </a:p>
          <a:p>
            <a:pPr marL="2114550" lvl="4" indent="-285750"/>
            <a:r>
              <a:rPr lang="vi-VN" dirty="0"/>
              <a:t>Nếu LLM xác nhận đường dẫn hợp lý → tăng trọng số.</a:t>
            </a:r>
          </a:p>
          <a:p>
            <a:pPr marL="2114550" lvl="4" indent="-285750"/>
            <a:r>
              <a:rPr lang="vi-VN" dirty="0"/>
              <a:t>Nếu LLM chê đường dẫn vô nghĩa → giảm trọng số.</a:t>
            </a:r>
          </a:p>
          <a:p>
            <a:pPr lvl="3"/>
            <a:r>
              <a:rPr lang="vi-VN" b="1" dirty="0"/>
              <a:t>Fine-tuning Path Encoder</a:t>
            </a:r>
            <a:r>
              <a:rPr lang="vi-VN" dirty="0"/>
              <a:t>: dựa trên feedback, bộ mã hóa được huấn luyện lại để biết chọn đường dẫn </a:t>
            </a:r>
            <a:r>
              <a:rPr lang="vi-VN" b="1" dirty="0"/>
              <a:t>tốt hơn trong lần sau</a:t>
            </a:r>
            <a:r>
              <a:rPr lang="vi-VN" dirty="0"/>
              <a:t>.</a:t>
            </a:r>
          </a:p>
          <a:p>
            <a:pPr lvl="3"/>
            <a:r>
              <a:rPr lang="vi-VN" b="1" dirty="0"/>
              <a:t>Loop</a:t>
            </a:r>
            <a:r>
              <a:rPr lang="vi-VN" dirty="0"/>
              <a:t>: quá trình lặp lại → đường dẫn ngày càng hợp lý, phù hợp với tri thức và tiêu chuẩn suy luận của LLM.</a:t>
            </a:r>
          </a:p>
        </p:txBody>
      </p:sp>
    </p:spTree>
    <p:extLst>
      <p:ext uri="{BB962C8B-B14F-4D97-AF65-F5344CB8AC3E}">
        <p14:creationId xmlns:p14="http://schemas.microsoft.com/office/powerpoint/2010/main" val="29656590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dirty="0"/>
          </a:p>
          <a:p>
            <a:pPr lvl="2"/>
            <a:r>
              <a:rPr lang="vi-VN" dirty="0"/>
              <a:t>Khuôn khổ </a:t>
            </a:r>
            <a:r>
              <a:rPr lang="vi-VN" b="1" dirty="0"/>
              <a:t>Explore-then-Determine</a:t>
            </a:r>
            <a:r>
              <a:rPr lang="vi-VN" dirty="0"/>
              <a:t> sử dụng sự tích hợp của LLM và KG để xác định câu trả lời cuối cùng.</a:t>
            </a:r>
          </a:p>
          <a:p>
            <a:pPr lvl="3"/>
            <a:r>
              <a:rPr lang="vi-VN" b="1" dirty="0"/>
              <a:t>Tính toán:</a:t>
            </a:r>
            <a:r>
              <a:rPr lang="vi-VN" dirty="0"/>
              <a:t> </a:t>
            </a:r>
          </a:p>
          <a:p>
            <a:pPr marL="2114550" lvl="4" indent="-285750"/>
            <a:r>
              <a:rPr lang="vi-VN" dirty="0"/>
              <a:t>LLM </a:t>
            </a:r>
            <a:r>
              <a:rPr lang="vi-VN" b="1" dirty="0"/>
              <a:t>Explore</a:t>
            </a:r>
            <a:r>
              <a:rPr lang="vi-VN" dirty="0"/>
              <a:t>: sinh nhiều ứng viên trả lời.</a:t>
            </a:r>
          </a:p>
          <a:p>
            <a:pPr marL="2114550" lvl="4" indent="-285750"/>
            <a:r>
              <a:rPr lang="vi-VN" dirty="0"/>
              <a:t>KG </a:t>
            </a:r>
            <a:r>
              <a:rPr lang="vi-VN" b="1" dirty="0"/>
              <a:t>Determine</a:t>
            </a:r>
            <a:r>
              <a:rPr lang="vi-VN" dirty="0"/>
              <a:t>: kiểm chứng, loại bỏ hoặc chọn câu trả lời đúng.</a:t>
            </a:r>
          </a:p>
          <a:p>
            <a:pPr lvl="3"/>
            <a:r>
              <a:rPr lang="vi-VN" b="1" dirty="0"/>
              <a:t>Cập nhật:</a:t>
            </a:r>
            <a:r>
              <a:rPr lang="vi-VN" dirty="0"/>
              <a:t> </a:t>
            </a:r>
          </a:p>
          <a:p>
            <a:pPr marL="2114550" lvl="4" indent="-285750"/>
            <a:r>
              <a:rPr lang="vi-VN" dirty="0"/>
              <a:t>Chủ yếu ở mức </a:t>
            </a:r>
            <a:r>
              <a:rPr lang="vi-VN" b="1" dirty="0"/>
              <a:t>re-ranking</a:t>
            </a:r>
            <a:r>
              <a:rPr lang="vi-VN" dirty="0"/>
              <a:t>: kết hợp điểm từ LLM và KG để quyết định.</a:t>
            </a:r>
          </a:p>
          <a:p>
            <a:pPr marL="2114550" lvl="4" indent="-285750"/>
            <a:r>
              <a:rPr lang="vi-VN" dirty="0"/>
              <a:t>Không học nhiều, mà tập trung “lọc” dựa vào tri thức có sẵn.</a:t>
            </a:r>
          </a:p>
          <a:p>
            <a:pPr marL="1371600" lvl="3" indent="0">
              <a:buNone/>
            </a:pPr>
            <a:endParaRPr lang="vi-VN" dirty="0"/>
          </a:p>
        </p:txBody>
      </p:sp>
    </p:spTree>
    <p:extLst>
      <p:ext uri="{BB962C8B-B14F-4D97-AF65-F5344CB8AC3E}">
        <p14:creationId xmlns:p14="http://schemas.microsoft.com/office/powerpoint/2010/main" val="1188116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dirty="0"/>
          </a:p>
          <a:p>
            <a:pPr lvl="2"/>
            <a:r>
              <a:rPr lang="vi-VN" b="1" dirty="0"/>
              <a:t>CogMG</a:t>
            </a:r>
            <a:r>
              <a:rPr lang="vi-VN" dirty="0"/>
              <a:t> đã thiết kế một khuôn khổ cho sự tăng cường cộng tác giữa LLM và KG, tận dụng KG để tăng cường LLM trong các thế hệ, nhắm mục tiêu rõ ràng vào kiến thức không đầy đủ. LLM sau đó được yêu cầu xác định và phân tách các bộ ba kiến thức cần thiết không có trong KG, làm phong phú chúng và căn chỉnh các bản cập nhật với các yêu cầu của thế giới thực.</a:t>
            </a:r>
          </a:p>
          <a:p>
            <a:pPr lvl="3"/>
            <a:r>
              <a:rPr lang="vi-VN" b="1" dirty="0"/>
              <a:t>Tính toán:</a:t>
            </a:r>
            <a:r>
              <a:rPr lang="vi-VN" dirty="0"/>
              <a:t> </a:t>
            </a:r>
          </a:p>
          <a:p>
            <a:pPr marL="2114550" lvl="4" indent="-285750"/>
            <a:r>
              <a:rPr lang="vi-VN" dirty="0"/>
              <a:t>KG hỗ trợ LLM trong quá trình sinh (dùng retrieve).</a:t>
            </a:r>
          </a:p>
          <a:p>
            <a:pPr marL="2114550" lvl="4" indent="-285750"/>
            <a:r>
              <a:rPr lang="vi-VN" dirty="0"/>
              <a:t>LLM phát hiện thiếu tri thức → sinh ra triples mới.</a:t>
            </a:r>
          </a:p>
          <a:p>
            <a:pPr lvl="3"/>
            <a:r>
              <a:rPr lang="vi-VN" b="1" dirty="0"/>
              <a:t>Cập nhật:</a:t>
            </a:r>
            <a:r>
              <a:rPr lang="vi-VN" dirty="0"/>
              <a:t> </a:t>
            </a:r>
          </a:p>
          <a:p>
            <a:pPr marL="2114550" lvl="4" indent="-285750"/>
            <a:r>
              <a:rPr lang="vi-VN" dirty="0"/>
              <a:t>Triples mới được kiểm chứng rồi thêm vào KG.</a:t>
            </a:r>
          </a:p>
          <a:p>
            <a:pPr marL="2114550" lvl="4" indent="-285750"/>
            <a:r>
              <a:rPr lang="vi-VN" dirty="0"/>
              <a:t>Embeddings trong KG cập nhật theo dữ liệu mới.</a:t>
            </a:r>
          </a:p>
          <a:p>
            <a:pPr marL="2114550" lvl="4" indent="-285750"/>
            <a:r>
              <a:rPr lang="vi-VN" dirty="0"/>
              <a:t>Có cơ chế giảm trọng số (decay) cho triples kém tin cậy.</a:t>
            </a:r>
          </a:p>
          <a:p>
            <a:pPr lvl="3"/>
            <a:endParaRPr lang="vi-VN" dirty="0"/>
          </a:p>
        </p:txBody>
      </p:sp>
    </p:spTree>
    <p:extLst>
      <p:ext uri="{BB962C8B-B14F-4D97-AF65-F5344CB8AC3E}">
        <p14:creationId xmlns:p14="http://schemas.microsoft.com/office/powerpoint/2010/main" val="1161559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Techniques (Các Kỹ thuật Tích hợp)</a:t>
            </a:r>
          </a:p>
          <a:p>
            <a:pPr marL="457200" lvl="1" indent="0">
              <a:buNone/>
            </a:pPr>
            <a:r>
              <a:rPr lang="en-US" b="1" dirty="0"/>
              <a:t>2. ICL - In-context Learning Techniques (</a:t>
            </a:r>
            <a:r>
              <a:rPr lang="en-US" b="1" dirty="0" err="1"/>
              <a:t>Kỹ</a:t>
            </a:r>
            <a:r>
              <a:rPr lang="en-US" b="1" dirty="0"/>
              <a:t> </a:t>
            </a:r>
            <a:r>
              <a:rPr lang="en-US" b="1" dirty="0" err="1"/>
              <a:t>thuật</a:t>
            </a:r>
            <a:r>
              <a:rPr lang="en-US" b="1" dirty="0"/>
              <a:t> </a:t>
            </a:r>
            <a:r>
              <a:rPr lang="en-US" b="1" dirty="0" err="1"/>
              <a:t>Học</a:t>
            </a:r>
            <a:r>
              <a:rPr lang="en-US" b="1" dirty="0"/>
              <a:t> </a:t>
            </a:r>
            <a:r>
              <a:rPr lang="en-US" b="1" dirty="0" err="1"/>
              <a:t>trong</a:t>
            </a:r>
            <a:r>
              <a:rPr lang="en-US" b="1" dirty="0"/>
              <a:t> </a:t>
            </a:r>
            <a:r>
              <a:rPr lang="en-US" b="1" dirty="0" err="1"/>
              <a:t>Ngữ</a:t>
            </a:r>
            <a:r>
              <a:rPr lang="en-US" b="1" dirty="0"/>
              <a:t> </a:t>
            </a:r>
            <a:r>
              <a:rPr lang="en-US" b="1" dirty="0" err="1"/>
              <a:t>cảnh</a:t>
            </a:r>
            <a:r>
              <a:rPr lang="en-US" b="1" dirty="0"/>
              <a:t>)</a:t>
            </a:r>
            <a:endParaRPr lang="vi-VN" b="1" dirty="0"/>
          </a:p>
          <a:p>
            <a:pPr marL="914400" lvl="2" indent="0">
              <a:buNone/>
            </a:pPr>
            <a:r>
              <a:rPr lang="vi-VN" dirty="0"/>
              <a:t>⇒ Sự cộng tác giữa KG và LLM giúp căn chỉnh kiến thức thực tế để đảm bảo tính chính xác của việc sinh và chất lượng cập nhật của KG. Tuy nhiên, việc đảm bảo tính đúng đắn của quá trình trung gian là một thách thức, và độ chính xác của quá trình tinh chỉnh cũng cần được đánh giá bằng các hệ số đo lường được thiết kế riêng.</a:t>
            </a:r>
          </a:p>
        </p:txBody>
      </p:sp>
    </p:spTree>
    <p:extLst>
      <p:ext uri="{BB962C8B-B14F-4D97-AF65-F5344CB8AC3E}">
        <p14:creationId xmlns:p14="http://schemas.microsoft.com/office/powerpoint/2010/main" val="22713981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914400" lvl="1" indent="-457200">
              <a:buAutoNum type="arabicPeriod"/>
            </a:pPr>
            <a:r>
              <a:rPr lang="en-US" b="1" dirty="0" err="1"/>
              <a:t>Huấn</a:t>
            </a:r>
            <a:r>
              <a:rPr lang="en-US" b="1" dirty="0"/>
              <a:t> </a:t>
            </a:r>
            <a:r>
              <a:rPr lang="en-US" b="1" dirty="0" err="1"/>
              <a:t>luyện</a:t>
            </a:r>
            <a:r>
              <a:rPr lang="en-US" b="1" dirty="0"/>
              <a:t> </a:t>
            </a:r>
            <a:r>
              <a:rPr lang="en-US" b="1" dirty="0" err="1"/>
              <a:t>với</a:t>
            </a:r>
            <a:r>
              <a:rPr lang="en-US" b="1" dirty="0"/>
              <a:t> </a:t>
            </a:r>
            <a:r>
              <a:rPr lang="en-US" b="1" dirty="0" err="1"/>
              <a:t>các</a:t>
            </a:r>
            <a:r>
              <a:rPr lang="en-US" b="1" dirty="0"/>
              <a:t> </a:t>
            </a:r>
            <a:r>
              <a:rPr lang="en-US" b="1" dirty="0" err="1"/>
              <a:t>mô</a:t>
            </a:r>
            <a:r>
              <a:rPr lang="en-US" b="1" dirty="0"/>
              <a:t> </a:t>
            </a:r>
            <a:r>
              <a:rPr lang="en-US" b="1" dirty="0" err="1"/>
              <a:t>hình</a:t>
            </a:r>
            <a:r>
              <a:rPr lang="en-US" b="1" dirty="0"/>
              <a:t> </a:t>
            </a:r>
            <a:r>
              <a:rPr lang="en-US" b="1" dirty="0" err="1"/>
              <a:t>chuyên</a:t>
            </a:r>
            <a:r>
              <a:rPr lang="en-US" b="1" dirty="0"/>
              <a:t> </a:t>
            </a:r>
            <a:r>
              <a:rPr lang="en-US" b="1" dirty="0" err="1"/>
              <a:t>ngành</a:t>
            </a:r>
            <a:r>
              <a:rPr lang="en-US" b="1" dirty="0"/>
              <a:t> </a:t>
            </a:r>
            <a:r>
              <a:rPr lang="en-US" b="1" dirty="0" err="1"/>
              <a:t>khác</a:t>
            </a:r>
            <a:r>
              <a:rPr lang="en-US" b="1" dirty="0"/>
              <a:t> (Training with other domain-specific models)</a:t>
            </a:r>
          </a:p>
          <a:p>
            <a:pPr lvl="2"/>
            <a:r>
              <a:rPr lang="vi-VN" dirty="0"/>
              <a:t>Huấn luyện với các mô hình chuyên ngành là một cách tiếp cận quan trọng để nâng cao khả năng của LLM trong việc xử lý các biểu diễn thông tin đa phương thức và cải thiện hiệu suất của chúng trong các nhiệm vụ cụ thể.</a:t>
            </a:r>
            <a:endParaRPr lang="en-US" dirty="0"/>
          </a:p>
          <a:p>
            <a:pPr lvl="3"/>
            <a:r>
              <a:rPr lang="vi-VN" dirty="0"/>
              <a:t>Enhancing Multi-modal Information Processing (Tăng cường Xử lý Thông tin Đa phương thức)</a:t>
            </a:r>
          </a:p>
          <a:p>
            <a:pPr lvl="3"/>
            <a:r>
              <a:rPr lang="vi-VN" dirty="0"/>
              <a:t>Fine-tuning LLM with Domain-specific Task (Tinh chỉnh LLM với Tác vụ Chuyên ngành)</a:t>
            </a:r>
          </a:p>
          <a:p>
            <a:pPr lvl="3"/>
            <a:r>
              <a:rPr lang="vi-VN" dirty="0"/>
              <a:t>Transfer learning (Học chuyển giao)</a:t>
            </a:r>
          </a:p>
        </p:txBody>
      </p:sp>
    </p:spTree>
    <p:extLst>
      <p:ext uri="{BB962C8B-B14F-4D97-AF65-F5344CB8AC3E}">
        <p14:creationId xmlns:p14="http://schemas.microsoft.com/office/powerpoint/2010/main" val="17205215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914400" lvl="1" indent="-457200">
              <a:buAutoNum type="arabicPeriod"/>
            </a:pPr>
            <a:r>
              <a:rPr lang="en-US" b="1" dirty="0" err="1"/>
              <a:t>Huấn</a:t>
            </a:r>
            <a:r>
              <a:rPr lang="en-US" b="1" dirty="0"/>
              <a:t> </a:t>
            </a:r>
            <a:r>
              <a:rPr lang="en-US" b="1" dirty="0" err="1"/>
              <a:t>luyện</a:t>
            </a:r>
            <a:r>
              <a:rPr lang="en-US" b="1" dirty="0"/>
              <a:t> </a:t>
            </a:r>
            <a:r>
              <a:rPr lang="en-US" b="1" dirty="0" err="1"/>
              <a:t>với</a:t>
            </a:r>
            <a:r>
              <a:rPr lang="en-US" b="1" dirty="0"/>
              <a:t> </a:t>
            </a:r>
            <a:r>
              <a:rPr lang="en-US" b="1" dirty="0" err="1"/>
              <a:t>các</a:t>
            </a:r>
            <a:r>
              <a:rPr lang="en-US" b="1" dirty="0"/>
              <a:t> </a:t>
            </a:r>
            <a:r>
              <a:rPr lang="en-US" b="1" dirty="0" err="1"/>
              <a:t>mô</a:t>
            </a:r>
            <a:r>
              <a:rPr lang="en-US" b="1" dirty="0"/>
              <a:t> </a:t>
            </a:r>
            <a:r>
              <a:rPr lang="en-US" b="1" dirty="0" err="1"/>
              <a:t>hình</a:t>
            </a:r>
            <a:r>
              <a:rPr lang="en-US" b="1" dirty="0"/>
              <a:t> </a:t>
            </a:r>
            <a:r>
              <a:rPr lang="en-US" b="1" dirty="0" err="1"/>
              <a:t>chuyên</a:t>
            </a:r>
            <a:r>
              <a:rPr lang="en-US" b="1" dirty="0"/>
              <a:t> </a:t>
            </a:r>
            <a:r>
              <a:rPr lang="en-US" b="1" dirty="0" err="1"/>
              <a:t>ngành</a:t>
            </a:r>
            <a:r>
              <a:rPr lang="en-US" b="1" dirty="0"/>
              <a:t> </a:t>
            </a:r>
            <a:r>
              <a:rPr lang="en-US" b="1" dirty="0" err="1"/>
              <a:t>khác</a:t>
            </a:r>
            <a:r>
              <a:rPr lang="en-US" b="1" dirty="0"/>
              <a:t> (Training with other domain-specific models)</a:t>
            </a:r>
          </a:p>
          <a:p>
            <a:pPr lvl="2"/>
            <a:r>
              <a:rPr lang="vi-VN" b="1" dirty="0"/>
              <a:t>Enhancing Multi-modal Information Processing (Tăng cường Xử lý Thông tin Đa phương thức)</a:t>
            </a:r>
          </a:p>
          <a:p>
            <a:pPr lvl="3"/>
            <a:r>
              <a:rPr lang="vi-VN" dirty="0"/>
              <a:t>Việc tích hợp các biểu diễn thông tin đa phương thức, chẳng hạn như các biểu diễn hình ảnh được học bởi các mô hình thị giác-ngôn ngữ, vào LLM, là một tiến bộ đáng kể. Các biểu diễn này không chỉ làm giảm độ dài đầu vào mà còn gói gọn thông tin phong phú từ các đầu vào cụ thể.</a:t>
            </a:r>
          </a:p>
          <a:p>
            <a:pPr lvl="3"/>
            <a:r>
              <a:rPr lang="vi-VN" dirty="0"/>
              <a:t>Tuy nhiên, chúng cũng đặt ra những thách thức cho LLM, vì chúng có thể bị coi là các token ngoài từ vựng (out-of-vocabulary tokens), cản trở việc khai thác đầy đủ thông tin đa phương thức ban đầu.</a:t>
            </a:r>
          </a:p>
        </p:txBody>
      </p:sp>
    </p:spTree>
    <p:extLst>
      <p:ext uri="{BB962C8B-B14F-4D97-AF65-F5344CB8AC3E}">
        <p14:creationId xmlns:p14="http://schemas.microsoft.com/office/powerpoint/2010/main" val="888958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914400" lvl="1" indent="-457200">
              <a:buAutoNum type="arabicPeriod"/>
            </a:pPr>
            <a:r>
              <a:rPr lang="en-US" b="1" dirty="0" err="1"/>
              <a:t>Huấn</a:t>
            </a:r>
            <a:r>
              <a:rPr lang="en-US" b="1" dirty="0"/>
              <a:t> </a:t>
            </a:r>
            <a:r>
              <a:rPr lang="en-US" b="1" dirty="0" err="1"/>
              <a:t>luyện</a:t>
            </a:r>
            <a:r>
              <a:rPr lang="en-US" b="1" dirty="0"/>
              <a:t> </a:t>
            </a:r>
            <a:r>
              <a:rPr lang="en-US" b="1" dirty="0" err="1"/>
              <a:t>với</a:t>
            </a:r>
            <a:r>
              <a:rPr lang="en-US" b="1" dirty="0"/>
              <a:t> </a:t>
            </a:r>
            <a:r>
              <a:rPr lang="en-US" b="1" dirty="0" err="1"/>
              <a:t>các</a:t>
            </a:r>
            <a:r>
              <a:rPr lang="en-US" b="1" dirty="0"/>
              <a:t> </a:t>
            </a:r>
            <a:r>
              <a:rPr lang="en-US" b="1" dirty="0" err="1"/>
              <a:t>mô</a:t>
            </a:r>
            <a:r>
              <a:rPr lang="en-US" b="1" dirty="0"/>
              <a:t> </a:t>
            </a:r>
            <a:r>
              <a:rPr lang="en-US" b="1" dirty="0" err="1"/>
              <a:t>hình</a:t>
            </a:r>
            <a:r>
              <a:rPr lang="en-US" b="1" dirty="0"/>
              <a:t> </a:t>
            </a:r>
            <a:r>
              <a:rPr lang="en-US" b="1" dirty="0" err="1"/>
              <a:t>chuyên</a:t>
            </a:r>
            <a:r>
              <a:rPr lang="en-US" b="1" dirty="0"/>
              <a:t> </a:t>
            </a:r>
            <a:r>
              <a:rPr lang="en-US" b="1" dirty="0" err="1"/>
              <a:t>ngành</a:t>
            </a:r>
            <a:r>
              <a:rPr lang="en-US" b="1" dirty="0"/>
              <a:t> </a:t>
            </a:r>
            <a:r>
              <a:rPr lang="en-US" b="1" dirty="0" err="1"/>
              <a:t>khác</a:t>
            </a:r>
            <a:r>
              <a:rPr lang="en-US" b="1" dirty="0"/>
              <a:t> (Training with other domain-specific models)</a:t>
            </a:r>
          </a:p>
          <a:p>
            <a:pPr lvl="2"/>
            <a:r>
              <a:rPr lang="vi-VN" b="1" dirty="0"/>
              <a:t>Enhancing Multi-modal Information Processing (Tăng cường Xử lý Thông tin Đa phương thức)</a:t>
            </a:r>
          </a:p>
          <a:p>
            <a:pPr lvl="3"/>
            <a:r>
              <a:rPr lang="vi-VN" dirty="0"/>
              <a:t>Hơn nữa, các nỗ lực gần đây cho thấy số lượng lớn các token bổ sung, đặc biệt là trong trường hợp cực kỳ thưa thớt khi mỗi token chỉ được ghép nối với một vài mẫu huấn luyện (token hiếm), có thể khiến LLM hoạt động kém hơn trên các SLM (small languag model). Để giải quyết vấn đề này, các nỗ lực gần đây đã tập trung vào việc tinh chỉnh LLM với các mô hình chuyên ngành để tăng khả năng khái quát hóa của chúng trên các lĩnh vực khác nhau.</a:t>
            </a:r>
          </a:p>
        </p:txBody>
      </p:sp>
    </p:spTree>
    <p:extLst>
      <p:ext uri="{BB962C8B-B14F-4D97-AF65-F5344CB8AC3E}">
        <p14:creationId xmlns:p14="http://schemas.microsoft.com/office/powerpoint/2010/main" val="21239651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914400" lvl="1" indent="-457200">
              <a:buAutoNum type="arabicPeriod"/>
            </a:pPr>
            <a:r>
              <a:rPr lang="en-US" b="1" dirty="0" err="1"/>
              <a:t>Huấn</a:t>
            </a:r>
            <a:r>
              <a:rPr lang="en-US" b="1" dirty="0"/>
              <a:t> </a:t>
            </a:r>
            <a:r>
              <a:rPr lang="en-US" b="1" dirty="0" err="1"/>
              <a:t>luyện</a:t>
            </a:r>
            <a:r>
              <a:rPr lang="en-US" b="1" dirty="0"/>
              <a:t> </a:t>
            </a:r>
            <a:r>
              <a:rPr lang="en-US" b="1" dirty="0" err="1"/>
              <a:t>với</a:t>
            </a:r>
            <a:r>
              <a:rPr lang="en-US" b="1" dirty="0"/>
              <a:t> </a:t>
            </a:r>
            <a:r>
              <a:rPr lang="en-US" b="1" dirty="0" err="1"/>
              <a:t>các</a:t>
            </a:r>
            <a:r>
              <a:rPr lang="en-US" b="1" dirty="0"/>
              <a:t> </a:t>
            </a:r>
            <a:r>
              <a:rPr lang="en-US" b="1" dirty="0" err="1"/>
              <a:t>mô</a:t>
            </a:r>
            <a:r>
              <a:rPr lang="en-US" b="1" dirty="0"/>
              <a:t> </a:t>
            </a:r>
            <a:r>
              <a:rPr lang="en-US" b="1" dirty="0" err="1"/>
              <a:t>hình</a:t>
            </a:r>
            <a:r>
              <a:rPr lang="en-US" b="1" dirty="0"/>
              <a:t> </a:t>
            </a:r>
            <a:r>
              <a:rPr lang="en-US" b="1" dirty="0" err="1"/>
              <a:t>chuyên</a:t>
            </a:r>
            <a:r>
              <a:rPr lang="en-US" b="1" dirty="0"/>
              <a:t> </a:t>
            </a:r>
            <a:r>
              <a:rPr lang="en-US" b="1" dirty="0" err="1"/>
              <a:t>ngành</a:t>
            </a:r>
            <a:r>
              <a:rPr lang="en-US" b="1" dirty="0"/>
              <a:t> </a:t>
            </a:r>
            <a:r>
              <a:rPr lang="en-US" b="1" dirty="0" err="1"/>
              <a:t>khác</a:t>
            </a:r>
            <a:r>
              <a:rPr lang="en-US" b="1" dirty="0"/>
              <a:t> (Training with other domain-specific models)</a:t>
            </a:r>
          </a:p>
          <a:p>
            <a:pPr lvl="2"/>
            <a:r>
              <a:rPr lang="vi-VN" b="1" dirty="0">
                <a:effectLst/>
              </a:rPr>
              <a:t>Fine-tuning LLM with Domain-specific Task (Tinh chỉnh LLM với Tác vụ Chuyên ngành):</a:t>
            </a:r>
            <a:r>
              <a:rPr lang="vi-VN" dirty="0"/>
              <a:t> </a:t>
            </a:r>
          </a:p>
          <a:p>
            <a:pPr lvl="3"/>
            <a:r>
              <a:rPr lang="vi-VN" dirty="0"/>
              <a:t>Tinh chỉnh một LLM bao gồm việc sử dụng một mô hình đã được pretrained và finetune các trọng số của nó bằng cách huấn luyện nó trên một tập dữ liệu nhỏ đã được gán nhãn (</a:t>
            </a:r>
            <a:r>
              <a:rPr lang="vi-VN" b="1" dirty="0">
                <a:effectLst/>
              </a:rPr>
              <a:t>annotated data)</a:t>
            </a:r>
            <a:r>
              <a:rPr lang="vi-VN" dirty="0"/>
              <a:t> với tốc độ học chậm. Nguyên tắc này cho phép mô hình ngôn ngữ tiếp thu kiến thức mới từ dữ liệu trong khi vẫn giữ lại những gì đã học ban đầu. </a:t>
            </a:r>
          </a:p>
        </p:txBody>
      </p:sp>
    </p:spTree>
    <p:extLst>
      <p:ext uri="{BB962C8B-B14F-4D97-AF65-F5344CB8AC3E}">
        <p14:creationId xmlns:p14="http://schemas.microsoft.com/office/powerpoint/2010/main" val="193459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914400" lvl="1" indent="-457200">
              <a:buAutoNum type="arabicPeriod"/>
            </a:pPr>
            <a:r>
              <a:rPr lang="en-US" b="1" dirty="0" err="1"/>
              <a:t>Huấn</a:t>
            </a:r>
            <a:r>
              <a:rPr lang="en-US" b="1" dirty="0"/>
              <a:t> </a:t>
            </a:r>
            <a:r>
              <a:rPr lang="en-US" b="1" dirty="0" err="1"/>
              <a:t>luyện</a:t>
            </a:r>
            <a:r>
              <a:rPr lang="en-US" b="1" dirty="0"/>
              <a:t> </a:t>
            </a:r>
            <a:r>
              <a:rPr lang="en-US" b="1" dirty="0" err="1"/>
              <a:t>với</a:t>
            </a:r>
            <a:r>
              <a:rPr lang="en-US" b="1" dirty="0"/>
              <a:t> </a:t>
            </a:r>
            <a:r>
              <a:rPr lang="en-US" b="1" dirty="0" err="1"/>
              <a:t>các</a:t>
            </a:r>
            <a:r>
              <a:rPr lang="en-US" b="1" dirty="0"/>
              <a:t> </a:t>
            </a:r>
            <a:r>
              <a:rPr lang="en-US" b="1" dirty="0" err="1"/>
              <a:t>mô</a:t>
            </a:r>
            <a:r>
              <a:rPr lang="en-US" b="1" dirty="0"/>
              <a:t> </a:t>
            </a:r>
            <a:r>
              <a:rPr lang="en-US" b="1" dirty="0" err="1"/>
              <a:t>hình</a:t>
            </a:r>
            <a:r>
              <a:rPr lang="en-US" b="1" dirty="0"/>
              <a:t> </a:t>
            </a:r>
            <a:r>
              <a:rPr lang="en-US" b="1" dirty="0" err="1"/>
              <a:t>chuyên</a:t>
            </a:r>
            <a:r>
              <a:rPr lang="en-US" b="1" dirty="0"/>
              <a:t> </a:t>
            </a:r>
            <a:r>
              <a:rPr lang="en-US" b="1" dirty="0" err="1"/>
              <a:t>ngành</a:t>
            </a:r>
            <a:r>
              <a:rPr lang="en-US" b="1" dirty="0"/>
              <a:t> </a:t>
            </a:r>
            <a:r>
              <a:rPr lang="en-US" b="1" dirty="0" err="1"/>
              <a:t>khác</a:t>
            </a:r>
            <a:r>
              <a:rPr lang="en-US" b="1" dirty="0"/>
              <a:t> (Training with other domain-specific models)</a:t>
            </a:r>
          </a:p>
          <a:p>
            <a:pPr lvl="2"/>
            <a:r>
              <a:rPr lang="vi-VN" b="1" dirty="0"/>
              <a:t>Transfer learning (Học chuyển giao):</a:t>
            </a:r>
            <a:r>
              <a:rPr lang="vi-VN" dirty="0"/>
              <a:t> </a:t>
            </a:r>
          </a:p>
          <a:p>
            <a:pPr marL="1657350" lvl="3" indent="-285750"/>
            <a:r>
              <a:rPr lang="vi-VN" dirty="0"/>
              <a:t>một kỹ thuật cho phép một mô hình đã được tiền huấn luyện áp dụng kiến thức của mình vào một nhiệm vụ mới, đặc biệt hữu ích khi không có đủ bộ dữ liệu để finetune.</a:t>
            </a:r>
          </a:p>
          <a:p>
            <a:pPr marL="1657350" lvl="3" indent="-285750"/>
            <a:r>
              <a:rPr lang="vi-VN" dirty="0"/>
              <a:t>Ví dụ, </a:t>
            </a:r>
            <a:r>
              <a:rPr lang="vi-VN" b="1" dirty="0"/>
              <a:t>MedPaLM</a:t>
            </a:r>
            <a:r>
              <a:rPr lang="vi-VN" dirty="0"/>
              <a:t> là một mô hình chuyên ngành được xây dựng dựa trên PaLM, đã chứng tỏ hiệu suất vượt trội trong các nhiệm vụ phức tạp bằng cách sử dụng các chiến lược prompting với các câu hỏi và câu trả lời y tế đã được gán nhãn.</a:t>
            </a:r>
          </a:p>
        </p:txBody>
      </p:sp>
    </p:spTree>
    <p:extLst>
      <p:ext uri="{BB962C8B-B14F-4D97-AF65-F5344CB8AC3E}">
        <p14:creationId xmlns:p14="http://schemas.microsoft.com/office/powerpoint/2010/main" val="3991152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p>
          <a:p>
            <a:pPr lvl="2"/>
            <a:r>
              <a:rPr lang="vi-VN" dirty="0"/>
              <a:t>Việc tích hợp kiến thức của LLM thông qua một vòng tương tác duy nhất thường không mang lại câu trả lời thỏa đáng. Để giải quyết vấn đề này, các nhà nghiên cứu đã khám phá các kỹ thuật tích hợp đa vòng nhằm nâng cao chất lượng phản hồi từ LLM vì những lý do sau:</a:t>
            </a:r>
            <a:endParaRPr lang="en-US" dirty="0"/>
          </a:p>
          <a:p>
            <a:pPr lvl="3"/>
            <a:r>
              <a:rPr lang="vi-VN" b="1" dirty="0">
                <a:effectLst/>
              </a:rPr>
              <a:t>Nâng cao Chất lượng Nội dung được Truy xuất</a:t>
            </a:r>
          </a:p>
          <a:p>
            <a:pPr lvl="3"/>
            <a:r>
              <a:rPr lang="vi-VN" b="1" dirty="0">
                <a:effectLst/>
              </a:rPr>
              <a:t>Handling Multi-hop Complex Reasoning (Xử lý Suy luận Phức tạp Đa bước)</a:t>
            </a:r>
          </a:p>
          <a:p>
            <a:pPr lvl="3"/>
            <a:r>
              <a:rPr lang="vi-VN" b="1" dirty="0">
                <a:effectLst/>
              </a:rPr>
              <a:t>Aligning Output with Target Labels (Căn chỉnh Đầu ra với Nhãn Mục tiêu)</a:t>
            </a:r>
          </a:p>
          <a:p>
            <a:pPr lvl="3"/>
            <a:r>
              <a:rPr lang="vi-VN" b="1" dirty="0">
                <a:effectLst/>
              </a:rPr>
              <a:t>Tương tác Đa vòng để Đảm bảo Chất lượng</a:t>
            </a:r>
            <a:endParaRPr lang="en-US" dirty="0"/>
          </a:p>
        </p:txBody>
      </p:sp>
    </p:spTree>
    <p:extLst>
      <p:ext uri="{BB962C8B-B14F-4D97-AF65-F5344CB8AC3E}">
        <p14:creationId xmlns:p14="http://schemas.microsoft.com/office/powerpoint/2010/main" val="186190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endParaRPr lang="vi-VN" dirty="0"/>
          </a:p>
          <a:p>
            <a:pPr lvl="2"/>
            <a:r>
              <a:rPr lang="vi-VN" b="1" dirty="0">
                <a:effectLst/>
              </a:rPr>
              <a:t>Nâng cao Chất lượng Nội dung được Truy xuất</a:t>
            </a:r>
          </a:p>
          <a:p>
            <a:pPr lvl="3"/>
            <a:r>
              <a:rPr lang="vi-VN" dirty="0"/>
              <a:t>Một trong những lý do chính khiến LLM có thể không trả lời câu hỏi hiệu quả trong một vòng duy nhất là sự không nhất quán về chất lượng của nội dung được truy xuất. Tích hợp đa vòng cho phép tinh chỉnh lặp đi lặp lại thông tin được truy xuất.</a:t>
            </a:r>
          </a:p>
          <a:p>
            <a:pPr lvl="3"/>
            <a:r>
              <a:rPr lang="vi-VN" dirty="0"/>
              <a:t>Ví dụ, phương pháp </a:t>
            </a:r>
            <a:r>
              <a:rPr lang="vi-VN" b="1" dirty="0"/>
              <a:t>IM-RAG</a:t>
            </a:r>
            <a:r>
              <a:rPr lang="vi-VN" dirty="0"/>
              <a:t> tích hợp các hệ thống truy xuất với LLM để hỗ trợ RAG đa vòng thông qua việc học </a:t>
            </a:r>
            <a:r>
              <a:rPr lang="vi-VN" b="1" dirty="0"/>
              <a:t>Inner Monologues (</a:t>
            </a:r>
            <a:r>
              <a:rPr lang="vi-VN" dirty="0"/>
              <a:t> </a:t>
            </a:r>
            <a:r>
              <a:rPr lang="vi-VN" b="1" dirty="0"/>
              <a:t>Độc thoại Nội tâm)</a:t>
            </a:r>
            <a:r>
              <a:rPr lang="vi-VN" dirty="0"/>
              <a:t>, tương tự như tiếng nói bên trong của con người thuật lại suy nghĩ của mình. </a:t>
            </a:r>
          </a:p>
          <a:p>
            <a:pPr marL="2114550" lvl="4" indent="-285750"/>
            <a:r>
              <a:rPr lang="vi-VN" dirty="0"/>
              <a:t>LLM tự đặt câu hỏi trung gian, tự trả lời, tự nghi vấn câu trả lời,…</a:t>
            </a:r>
          </a:p>
          <a:p>
            <a:pPr lvl="2"/>
            <a:endParaRPr lang="vi-VN" b="1" dirty="0">
              <a:effectLst/>
            </a:endParaRPr>
          </a:p>
        </p:txBody>
      </p:sp>
    </p:spTree>
    <p:extLst>
      <p:ext uri="{BB962C8B-B14F-4D97-AF65-F5344CB8AC3E}">
        <p14:creationId xmlns:p14="http://schemas.microsoft.com/office/powerpoint/2010/main" val="11138314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endParaRPr lang="vi-VN" dirty="0"/>
          </a:p>
          <a:p>
            <a:pPr lvl="2"/>
            <a:r>
              <a:rPr lang="vi-VN" b="1" dirty="0"/>
              <a:t>Handling Multi-hop Complex Reasoning (Xử lý Suy luận Phức tạp Đa bước):</a:t>
            </a:r>
            <a:r>
              <a:rPr lang="vi-VN" dirty="0"/>
              <a:t> </a:t>
            </a:r>
          </a:p>
          <a:p>
            <a:pPr marL="1657350" lvl="3" indent="-285750"/>
            <a:r>
              <a:rPr lang="vi-VN" dirty="0"/>
              <a:t>Các câu hỏi phức tạp thường đòi hỏi suy luận đa bước, điều này có thể là một thách thức đối với LLM do sự phức tạp của nó.</a:t>
            </a:r>
          </a:p>
          <a:p>
            <a:pPr marL="1657350" lvl="3" indent="-285750"/>
            <a:r>
              <a:rPr lang="vi-VN" dirty="0"/>
              <a:t>Để giải quyết vấn đề này, tích hợp đa vòng cho phép tạo ra các bước suy luận trung gian, dẫn đến kết quả suy luận chính xác hơn. Nghiên cứu đã phân tích toàn diện khả năng suy luận đa bước tiềm ẩn của LLM. Họ nhận thấy rằng trong khi LLM có thể thể hiện khả năng suy luận đa bước, hiệu suất của chúng bị ảnh hưởng đáng kể bởi cấu trúc của prompt và thông tin quan hệ bên trong.</a:t>
            </a:r>
          </a:p>
          <a:p>
            <a:pPr lvl="2"/>
            <a:endParaRPr lang="vi-VN" b="1" dirty="0">
              <a:effectLst/>
            </a:endParaRPr>
          </a:p>
        </p:txBody>
      </p:sp>
    </p:spTree>
    <p:extLst>
      <p:ext uri="{BB962C8B-B14F-4D97-AF65-F5344CB8AC3E}">
        <p14:creationId xmlns:p14="http://schemas.microsoft.com/office/powerpoint/2010/main" val="1541399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endParaRPr lang="vi-VN" dirty="0"/>
          </a:p>
          <a:p>
            <a:pPr lvl="2"/>
            <a:r>
              <a:rPr lang="vi-VN" b="1" dirty="0"/>
              <a:t>Aligning Output with Target Labels (Căn chỉnh Đầu ra với Nhãn Mục tiêu):</a:t>
            </a:r>
            <a:r>
              <a:rPr lang="vi-VN" dirty="0"/>
              <a:t> </a:t>
            </a:r>
          </a:p>
          <a:p>
            <a:pPr marL="1657350" lvl="3" indent="-285750"/>
            <a:r>
              <a:rPr lang="vi-VN" dirty="0"/>
              <a:t>Đầu ra của LLM không phải lúc nào cũng đáp ứng các yêu cầu cụ thể, chẳng hạn như việc căn chỉnh với các nhãn mục tiêu. </a:t>
            </a:r>
          </a:p>
          <a:p>
            <a:pPr lvl="4"/>
            <a:r>
              <a:rPr lang="vi-VN" b="1" dirty="0"/>
              <a:t>misalignment</a:t>
            </a:r>
            <a:r>
              <a:rPr lang="vi-VN" dirty="0"/>
              <a:t> giữa đầu ra LLM và nhãn mục tiêu (ví dụ đầu ra là Hơi tích cực thay vì Positive)</a:t>
            </a:r>
          </a:p>
          <a:p>
            <a:pPr lvl="2"/>
            <a:endParaRPr lang="vi-VN" b="1" dirty="0">
              <a:effectLst/>
            </a:endParaRPr>
          </a:p>
        </p:txBody>
      </p:sp>
    </p:spTree>
    <p:extLst>
      <p:ext uri="{BB962C8B-B14F-4D97-AF65-F5344CB8AC3E}">
        <p14:creationId xmlns:p14="http://schemas.microsoft.com/office/powerpoint/2010/main" val="2875447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endParaRPr lang="vi-VN" dirty="0"/>
          </a:p>
          <a:p>
            <a:pPr lvl="2"/>
            <a:r>
              <a:rPr lang="vi-VN" b="1" dirty="0"/>
              <a:t>Aligning Output with Target Labels (Căn chỉnh Đầu ra với Nhãn Mục tiêu):</a:t>
            </a:r>
            <a:r>
              <a:rPr lang="vi-VN" dirty="0"/>
              <a:t> </a:t>
            </a:r>
          </a:p>
          <a:p>
            <a:pPr marL="1657350" lvl="3" indent="-285750"/>
            <a:r>
              <a:rPr lang="vi-VN" dirty="0"/>
              <a:t>Để khắc phục điều này, tích hợp đa vòng có thể giúp căn chỉnh đầu ra của mô hình với các kết quả mong muốn. Phương pháp </a:t>
            </a:r>
            <a:r>
              <a:rPr lang="vi-VN" b="1" dirty="0"/>
              <a:t>X-InSTA</a:t>
            </a:r>
            <a:r>
              <a:rPr lang="vi-VN" dirty="0"/>
              <a:t> đề xuất một chiến lược căn chỉnh nguồn-đích trong ngữ cảnh đa ngôn ngữ, giúp căn chỉnh các ví dụ trong prompt trong một kịch bản đa ngôn ngữ. </a:t>
            </a:r>
          </a:p>
          <a:p>
            <a:pPr lvl="4"/>
            <a:r>
              <a:rPr lang="vi-VN" dirty="0"/>
              <a:t>xây dựng alignment giữa </a:t>
            </a:r>
          </a:p>
          <a:p>
            <a:pPr lvl="5"/>
            <a:r>
              <a:rPr lang="vi-VN" b="1" dirty="0"/>
              <a:t>Source side:</a:t>
            </a:r>
            <a:r>
              <a:rPr lang="vi-VN" dirty="0"/>
              <a:t> câu hỏi hoặc dữ liệu ở nhiều ngôn ngữ (vi, en, zh, …).</a:t>
            </a:r>
          </a:p>
          <a:p>
            <a:pPr lvl="5"/>
            <a:r>
              <a:rPr lang="vi-VN" b="1" dirty="0"/>
              <a:t>Target side:</a:t>
            </a:r>
            <a:r>
              <a:rPr lang="vi-VN" dirty="0"/>
              <a:t> nhãn chuẩn hóa cố định (ví dụ: </a:t>
            </a:r>
            <a:r>
              <a:rPr lang="vi-VN" i="1" dirty="0"/>
              <a:t>Positive / Negative / Neutral</a:t>
            </a:r>
            <a:r>
              <a:rPr lang="vi-VN" dirty="0"/>
              <a:t>).</a:t>
            </a:r>
          </a:p>
          <a:p>
            <a:pPr lvl="4"/>
            <a:r>
              <a:rPr lang="vi-VN" dirty="0"/>
              <a:t>Nó làm điều này qua: </a:t>
            </a:r>
          </a:p>
          <a:p>
            <a:pPr lvl="5"/>
            <a:r>
              <a:rPr lang="vi-VN" b="1" dirty="0"/>
              <a:t>In-context examples:</a:t>
            </a:r>
            <a:r>
              <a:rPr lang="vi-VN" dirty="0"/>
              <a:t> đưa vào prompt các cặp ví dụ đã được chuẩn hóa giữa ngôn ngữ và nhãn.</a:t>
            </a:r>
          </a:p>
          <a:p>
            <a:pPr lvl="5"/>
            <a:r>
              <a:rPr lang="vi-VN" b="1" dirty="0"/>
              <a:t>Alignment step:</a:t>
            </a:r>
            <a:r>
              <a:rPr lang="vi-VN" dirty="0"/>
              <a:t> nếu output LLM chưa khớp nhãn target, có một vòng chỉnh (multi-round integration) để ép về đúng nhãn.</a:t>
            </a:r>
          </a:p>
          <a:p>
            <a:pPr lvl="2"/>
            <a:endParaRPr lang="vi-VN" b="1" dirty="0">
              <a:effectLst/>
            </a:endParaRPr>
          </a:p>
        </p:txBody>
      </p:sp>
    </p:spTree>
    <p:extLst>
      <p:ext uri="{BB962C8B-B14F-4D97-AF65-F5344CB8AC3E}">
        <p14:creationId xmlns:p14="http://schemas.microsoft.com/office/powerpoint/2010/main" val="5769895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Integration Enhancement Strategies (Các Chiến lược Nâng cao Tích hợp)</a:t>
            </a:r>
          </a:p>
          <a:p>
            <a:pPr marL="457200" lvl="1" indent="0">
              <a:buNone/>
            </a:pPr>
            <a:r>
              <a:rPr lang="en-US" dirty="0"/>
              <a:t>2. </a:t>
            </a:r>
            <a:r>
              <a:rPr lang="en-US" b="1" dirty="0"/>
              <a:t>Multi-round</a:t>
            </a:r>
            <a:r>
              <a:rPr lang="en-US" dirty="0"/>
              <a:t> </a:t>
            </a:r>
            <a:r>
              <a:rPr lang="en-US" b="1" dirty="0"/>
              <a:t>Integration</a:t>
            </a:r>
            <a:r>
              <a:rPr lang="en-US" dirty="0"/>
              <a:t> (</a:t>
            </a:r>
            <a:r>
              <a:rPr lang="en-US" dirty="0" err="1"/>
              <a:t>Tích</a:t>
            </a:r>
            <a:r>
              <a:rPr lang="en-US" dirty="0"/>
              <a:t> </a:t>
            </a:r>
            <a:r>
              <a:rPr lang="en-US" dirty="0" err="1"/>
              <a:t>hợp</a:t>
            </a:r>
            <a:r>
              <a:rPr lang="en-US" dirty="0"/>
              <a:t> </a:t>
            </a:r>
            <a:r>
              <a:rPr lang="en-US" dirty="0" err="1"/>
              <a:t>Đa</a:t>
            </a:r>
            <a:r>
              <a:rPr lang="en-US" dirty="0"/>
              <a:t> </a:t>
            </a:r>
            <a:r>
              <a:rPr lang="en-US" dirty="0" err="1"/>
              <a:t>vòng</a:t>
            </a:r>
            <a:r>
              <a:rPr lang="en-US" dirty="0"/>
              <a:t>)</a:t>
            </a:r>
            <a:endParaRPr lang="vi-VN" dirty="0"/>
          </a:p>
          <a:p>
            <a:pPr lvl="2"/>
            <a:r>
              <a:rPr lang="vi-VN" b="1" dirty="0"/>
              <a:t>Tương tác Đa vòng để Đảm bảo Chất lượng:</a:t>
            </a:r>
            <a:r>
              <a:rPr lang="vi-VN" dirty="0"/>
              <a:t> </a:t>
            </a:r>
          </a:p>
          <a:p>
            <a:pPr marL="1657350" lvl="3" indent="-285750"/>
            <a:r>
              <a:rPr lang="vi-VN" sz="1600" dirty="0"/>
              <a:t>Tích hợp đa vòng có thể đảm bảo tốt hơn sự ổn định và chất lượng của các câu trả lời.</a:t>
            </a:r>
          </a:p>
          <a:p>
            <a:pPr marL="1657350" lvl="3" indent="-285750"/>
            <a:r>
              <a:rPr lang="vi-VN" sz="1600" dirty="0"/>
              <a:t>Ví dụ, </a:t>
            </a:r>
            <a:r>
              <a:rPr lang="vi-VN" sz="1600" b="1" dirty="0"/>
              <a:t>AgentPS</a:t>
            </a:r>
            <a:r>
              <a:rPr lang="vi-VN" sz="1600" dirty="0"/>
              <a:t> là một khuôn khổ khác tích hợp </a:t>
            </a:r>
            <a:r>
              <a:rPr lang="vi-VN" sz="1600" b="1" dirty="0"/>
              <a:t>giám sát quy trình tác tử (agentic process supervision)</a:t>
            </a:r>
            <a:r>
              <a:rPr lang="vi-VN" sz="1600" dirty="0"/>
              <a:t> vào LLM thông qua việc hỏi đáp đa vòng trong quá trình tinh chỉnh, nhấn mạnh hiệu quả của việc tích hợp giám sát quy trình và suy luận tuần tự có cấu trúc để đảm bảo chất lượng nội dung đa phương thức. </a:t>
            </a:r>
          </a:p>
          <a:p>
            <a:pPr lvl="4"/>
            <a:r>
              <a:rPr lang="vi-VN" sz="1600" dirty="0"/>
              <a:t>tập trung vào việc </a:t>
            </a:r>
            <a:r>
              <a:rPr lang="vi-VN" sz="1600" b="1" dirty="0"/>
              <a:t>giám sát quá trình (process supervision)</a:t>
            </a:r>
            <a:r>
              <a:rPr lang="vi-VN" sz="1600" dirty="0"/>
              <a:t> thay vì chỉ giám sát kết quả cuối cùng (outcome supervision).</a:t>
            </a:r>
          </a:p>
          <a:p>
            <a:pPr lvl="4"/>
            <a:r>
              <a:rPr lang="vi-VN" sz="1600" dirty="0"/>
              <a:t>Quá trình từng bước suy luận: </a:t>
            </a:r>
          </a:p>
          <a:p>
            <a:pPr lvl="5"/>
            <a:r>
              <a:rPr lang="vi-VN" sz="1600" dirty="0"/>
              <a:t>AgentPS kiểm tra xem bước này có hợp lý không (dùng rule, critic model, hoặc human feedback)</a:t>
            </a:r>
          </a:p>
          <a:p>
            <a:pPr lvl="5"/>
            <a:r>
              <a:rPr lang="vi-VN" sz="1600" dirty="0"/>
              <a:t>nếu sai lệch, thì LLM được yêu cầu sửa và tiếp tục (prompt cho LLM)</a:t>
            </a:r>
          </a:p>
          <a:p>
            <a:pPr lvl="5"/>
            <a:r>
              <a:rPr lang="vi-VN" sz="1600" b="1" dirty="0"/>
              <a:t>Tiếp tục nhiều vòng (multi-round interaction):</a:t>
            </a:r>
            <a:r>
              <a:rPr lang="vi-VN" sz="1600" dirty="0"/>
              <a:t> Cho đến khi ra câu trả lời cuối cùng đạt chuẩn.</a:t>
            </a:r>
          </a:p>
          <a:p>
            <a:pPr lvl="2"/>
            <a:endParaRPr lang="vi-VN" b="1" dirty="0">
              <a:effectLst/>
            </a:endParaRPr>
          </a:p>
        </p:txBody>
      </p:sp>
    </p:spTree>
    <p:extLst>
      <p:ext uri="{BB962C8B-B14F-4D97-AF65-F5344CB8AC3E}">
        <p14:creationId xmlns:p14="http://schemas.microsoft.com/office/powerpoint/2010/main" val="39422682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vi-VN" dirty="0"/>
              <a:t>Việc tích hợp tri thức cho phép người dùng "tiêm" kiến thức chuyên ngành vào LLM. Khi tích hợp, các khía cạnh sau đây cần được xem xét khi thiết kế:</a:t>
            </a:r>
            <a:endParaRPr lang="en-US" dirty="0"/>
          </a:p>
          <a:p>
            <a:pPr lvl="2"/>
            <a:r>
              <a:rPr lang="en-US" dirty="0"/>
              <a:t>Computational Overhead (Chi </a:t>
            </a:r>
            <a:r>
              <a:rPr lang="en-US" dirty="0" err="1"/>
              <a:t>phí</a:t>
            </a:r>
            <a:r>
              <a:rPr lang="en-US" dirty="0"/>
              <a:t> </a:t>
            </a:r>
            <a:r>
              <a:rPr lang="en-US" dirty="0" err="1"/>
              <a:t>Tính</a:t>
            </a:r>
            <a:r>
              <a:rPr lang="en-US" dirty="0"/>
              <a:t> </a:t>
            </a:r>
            <a:r>
              <a:rPr lang="en-US" dirty="0" err="1"/>
              <a:t>toán</a:t>
            </a:r>
            <a:r>
              <a:rPr lang="en-US" dirty="0"/>
              <a:t>)</a:t>
            </a:r>
            <a:endParaRPr lang="vi-VN" dirty="0"/>
          </a:p>
          <a:p>
            <a:pPr lvl="2"/>
            <a:r>
              <a:rPr lang="vi-VN" dirty="0"/>
              <a:t>Graph-structured Input (Đầu vào có Cấu trúc Đồ thị)</a:t>
            </a:r>
          </a:p>
          <a:p>
            <a:pPr lvl="2"/>
            <a:r>
              <a:rPr lang="vi-VN" dirty="0"/>
              <a:t>Đồ thị Quy mô Lớn (Large-scale Graph)</a:t>
            </a:r>
            <a:endParaRPr lang="vi-VN" b="1" dirty="0">
              <a:effectLst/>
            </a:endParaRPr>
          </a:p>
        </p:txBody>
      </p:sp>
    </p:spTree>
    <p:extLst>
      <p:ext uri="{BB962C8B-B14F-4D97-AF65-F5344CB8AC3E}">
        <p14:creationId xmlns:p14="http://schemas.microsoft.com/office/powerpoint/2010/main" val="2227833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en-US" dirty="0"/>
              <a:t>Computational Overhead (Chi </a:t>
            </a:r>
            <a:r>
              <a:rPr lang="en-US" dirty="0" err="1"/>
              <a:t>phí</a:t>
            </a:r>
            <a:r>
              <a:rPr lang="en-US" dirty="0"/>
              <a:t> </a:t>
            </a:r>
            <a:r>
              <a:rPr lang="en-US" dirty="0" err="1"/>
              <a:t>Tính</a:t>
            </a:r>
            <a:r>
              <a:rPr lang="en-US" dirty="0"/>
              <a:t> </a:t>
            </a:r>
            <a:r>
              <a:rPr lang="en-US" dirty="0" err="1"/>
              <a:t>toán</a:t>
            </a:r>
            <a:r>
              <a:rPr lang="en-US" dirty="0"/>
              <a:t>)</a:t>
            </a:r>
          </a:p>
          <a:p>
            <a:pPr lvl="2"/>
            <a:r>
              <a:rPr lang="vi-VN" dirty="0"/>
              <a:t>Việc kết hợp văn bản được truy xuất vào đầu vào sẽ tiêu tốn một phần độ dài đầu vào có sẵn. Chi phí tính toán có thể tăng thêm do sự phức tạp của việc xử lý dữ liệu có cấu trúc đồ thị từ thông tin được truy xuất.</a:t>
            </a:r>
          </a:p>
          <a:p>
            <a:pPr lvl="2"/>
            <a:r>
              <a:rPr lang="vi-VN" dirty="0"/>
              <a:t>GraphRAG kết hợp các đồ thị được xây dựng tốt với LLM, đòi hỏi xử lý bổ sung để truy xuất và quản lý các yếu tố đồ thị như nút, bộ ba (triples), và đường dẫn. Sự phức tạp gia tăng này có thể dẫn đến chi phí cao hơn nhiều.</a:t>
            </a:r>
          </a:p>
          <a:p>
            <a:pPr lvl="2"/>
            <a:r>
              <a:rPr lang="vi-VN" dirty="0"/>
              <a:t>Do thời gian xử lý prompt tăng theo bậc hai (quadratically) (do attention chi phí O(n²)) với độ dài của prompt, các văn bản được truy xuất lớn có thể làm tăng đáng kể chi phí tính toán cho LLM, đặc biệt là trong các ứng dụng hạ nguồn như hệ thống gợi ý quy mô hàng tỷ.</a:t>
            </a:r>
          </a:p>
        </p:txBody>
      </p:sp>
    </p:spTree>
    <p:extLst>
      <p:ext uri="{BB962C8B-B14F-4D97-AF65-F5344CB8AC3E}">
        <p14:creationId xmlns:p14="http://schemas.microsoft.com/office/powerpoint/2010/main" val="41026976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en-US" dirty="0"/>
              <a:t>Computational Overhead (Chi </a:t>
            </a:r>
            <a:r>
              <a:rPr lang="en-US" dirty="0" err="1"/>
              <a:t>phí</a:t>
            </a:r>
            <a:r>
              <a:rPr lang="en-US" dirty="0"/>
              <a:t> </a:t>
            </a:r>
            <a:r>
              <a:rPr lang="en-US" dirty="0" err="1"/>
              <a:t>Tính</a:t>
            </a:r>
            <a:r>
              <a:rPr lang="en-US" dirty="0"/>
              <a:t> </a:t>
            </a:r>
            <a:r>
              <a:rPr lang="en-US" dirty="0" err="1"/>
              <a:t>toán</a:t>
            </a:r>
            <a:r>
              <a:rPr lang="en-US" dirty="0"/>
              <a:t>)</a:t>
            </a:r>
          </a:p>
          <a:p>
            <a:pPr lvl="2"/>
            <a:r>
              <a:rPr lang="vi-VN" dirty="0"/>
              <a:t>Để giảm thiểu điều này, kiến thức chuyên ngành nên được tích hợp vĩnh viễn vào LLM thông qua việc tinh chỉnh (fine-tuning), nâng cao phản hồi của chúng và điều chỉnh chúng cho các ứng dụng cụ thể.</a:t>
            </a:r>
          </a:p>
          <a:p>
            <a:pPr lvl="2"/>
            <a:r>
              <a:rPr lang="vi-VN" dirty="0"/>
              <a:t>Cách tiếp cận này có thể dẫn đến các LLM chuyên biệt, giảm sự phụ thuộc vào việc truy xuất văn bản rộng rãi từ các nguồn bên ngoài, do đó cải thiện tốc độ phản hồi và giảm cả chi phí thời gian và tài chính.</a:t>
            </a:r>
          </a:p>
          <a:p>
            <a:pPr lvl="2"/>
            <a:r>
              <a:rPr lang="vi-VN" dirty="0"/>
              <a:t>Ví dụ, việc triển khai GPT-4 cho dịch vụ khách hàng quy mô thử nghiệm có thể tốn hàng ngàn đô la, trong khi việc finetune một mô hình ngôn ngữ lớn có thể cần hàng trăm gigabyte bộ nhớ. Do đó, việc triển khai thực tế của LLM trong các kịch bản thực tế bị ảnh hưởng nặng nề bởi những cân nhắc về chi phí này.</a:t>
            </a:r>
          </a:p>
        </p:txBody>
      </p:sp>
    </p:spTree>
    <p:extLst>
      <p:ext uri="{BB962C8B-B14F-4D97-AF65-F5344CB8AC3E}">
        <p14:creationId xmlns:p14="http://schemas.microsoft.com/office/powerpoint/2010/main" val="1763377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en-US" dirty="0"/>
              <a:t>Computational Overhead (Chi </a:t>
            </a:r>
            <a:r>
              <a:rPr lang="en-US" dirty="0" err="1"/>
              <a:t>phí</a:t>
            </a:r>
            <a:r>
              <a:rPr lang="en-US" dirty="0"/>
              <a:t> </a:t>
            </a:r>
            <a:r>
              <a:rPr lang="en-US" dirty="0" err="1"/>
              <a:t>Tính</a:t>
            </a:r>
            <a:r>
              <a:rPr lang="en-US" dirty="0"/>
              <a:t> </a:t>
            </a:r>
            <a:r>
              <a:rPr lang="en-US" dirty="0" err="1"/>
              <a:t>toán</a:t>
            </a:r>
            <a:r>
              <a:rPr lang="en-US" dirty="0"/>
              <a:t>)</a:t>
            </a:r>
          </a:p>
          <a:p>
            <a:pPr lvl="2"/>
            <a:r>
              <a:rPr lang="vi-VN" dirty="0"/>
              <a:t>Giải thích:</a:t>
            </a:r>
          </a:p>
          <a:p>
            <a:pPr lvl="3"/>
            <a:r>
              <a:rPr lang="vi-VN" dirty="0"/>
              <a:t>Vấn đề:Đưa nhiều thông tin vào prompt (context window) không chỉ tốn chỗ mà còn rất đắt đỏ. Chi phí xử lý không tăng tuyến tính mà tăng theo hàm mũ (O(n²)) - prompt dài gấp đôi thì chi phí và thời gian xử lý tăng gấp bốn. Điều này làm cho việc sử dụng RAG với lượng lớn thông tin trong các ứng dụng thời gian thực trở nên rất khó khăn.</a:t>
            </a:r>
          </a:p>
          <a:p>
            <a:pPr lvl="3"/>
            <a:r>
              <a:rPr lang="vi-VN" dirty="0"/>
              <a:t>Giải pháp: Thay vì "nhắc bài" cho LLM mỗi lần (RAG), hãy "dạy" nó vĩnh viễn kiến thức đó (Fine-tuning). Một LLM đã được fine-tune sẽ có sẵn kiến thức, trả lời nhanh hơn và rẻ hơn vì không cần một prompt dài dòng nữa.</a:t>
            </a:r>
          </a:p>
        </p:txBody>
      </p:sp>
    </p:spTree>
    <p:extLst>
      <p:ext uri="{BB962C8B-B14F-4D97-AF65-F5344CB8AC3E}">
        <p14:creationId xmlns:p14="http://schemas.microsoft.com/office/powerpoint/2010/main" val="20930065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vi-VN" dirty="0"/>
              <a:t>Graph-structured Input (Đầu vào có Cấu trúc Đồ thị)</a:t>
            </a:r>
          </a:p>
          <a:p>
            <a:pPr lvl="2"/>
            <a:r>
              <a:rPr lang="vi-VN" dirty="0"/>
              <a:t>LLM vốn không được trang bị để xử lý dữ liệu có cấu trúc đồ thị. Thực hành phổ biến là chuyển đổi dữ liệu đồ thị thành các mô tả ngôn ngữ tự nhiên, chẳng hạn như giải thích các kết nối giữa các nút.</a:t>
            </a:r>
          </a:p>
          <a:p>
            <a:pPr lvl="2"/>
            <a:r>
              <a:rPr lang="vi-VN" dirty="0"/>
              <a:t>Tuy nhiên, chỉ những mô tả này thôi là không đủ để LLM nắm bắt được các thuộc tính hình học phức tạp của đồ thị.</a:t>
            </a:r>
          </a:p>
          <a:p>
            <a:pPr lvl="2"/>
            <a:r>
              <a:rPr lang="vi-VN" dirty="0"/>
              <a:t>Dữ liệu có cấu trúc đồ thị là một định dạng đầu vào cơ bản cho nhiều nhiệm vụ, bao gồm phân loại nút và dự đoán liên kết trong các mạng có thuộc tính văn bản. Sự thành công của LLM trong các nhiệm vụ liên quan đến đồ thị phụ thuộc vào khả năng hiểu và xử lý đầu vào có cấu trúc đồ thị của chúng. Khi các nhiệm vụ suy luận trên đồ thị trở nên phức tạp hơn, chẳng hạn như tính toán bài toán cắt tối thiểu (minimum cut) cho một đồ thị được tạo ngẫu nhiên, tầm quan trọng của việc mô hình hóa đầu vào chính xác càng trở nên quan trọng hơn.</a:t>
            </a:r>
          </a:p>
        </p:txBody>
      </p:sp>
    </p:spTree>
    <p:extLst>
      <p:ext uri="{BB962C8B-B14F-4D97-AF65-F5344CB8AC3E}">
        <p14:creationId xmlns:p14="http://schemas.microsoft.com/office/powerpoint/2010/main" val="16911541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4620638"/>
          </a:xfrm>
        </p:spPr>
        <p:txBody>
          <a:bodyPr>
            <a:noAutofit/>
          </a:bodyPr>
          <a:lstStyle/>
          <a:p>
            <a:pPr>
              <a:buFont typeface="Arial" panose="020B0604020202020204" pitchFamily="34" charset="0"/>
              <a:buChar char="•"/>
            </a:pPr>
            <a:r>
              <a:rPr lang="vi-VN" sz="2400" b="1" dirty="0">
                <a:effectLst/>
              </a:rPr>
              <a:t>Discussion</a:t>
            </a:r>
          </a:p>
          <a:p>
            <a:pPr lvl="1"/>
            <a:r>
              <a:rPr lang="vi-VN" dirty="0"/>
              <a:t>Graph-structured Input (Đầu vào có Cấu trúc Đồ thị)</a:t>
            </a:r>
          </a:p>
          <a:p>
            <a:pPr lvl="2"/>
            <a:r>
              <a:rPr lang="vi-VN" dirty="0"/>
              <a:t>Giải thích:</a:t>
            </a:r>
          </a:p>
          <a:p>
            <a:pPr lvl="3"/>
            <a:r>
              <a:rPr lang="vi-VN" dirty="0"/>
              <a:t>Vấn đề: LLM đọc văn bản theo chuỗi, không phải mạng lưới. Việc biến một đồ thị phức tạp (như mạng lưới quan hệ) thành một đoạn văn bản (ví dụ: "A kết nối với B. A cũng kết nối với C...") sẽ làm mất đi rất nhiều thông tin cấu trúc quan trọng (ví dụ: A là trung tâm của mạng lưới).</a:t>
            </a:r>
          </a:p>
          <a:p>
            <a:pPr lvl="3"/>
            <a:r>
              <a:rPr lang="vi-VN" dirty="0"/>
              <a:t>Thách thức: Làm thế nào để LLM "nhìn" và "hiểu" được cấu trúc không gian của một đồ thị mà không làm mất thông tin, đặc biệt là cho các bài toán phức tạp phụ thuộc hoàn toàn vào cấu trúc đó.</a:t>
            </a:r>
          </a:p>
        </p:txBody>
      </p:sp>
    </p:spTree>
    <p:extLst>
      <p:ext uri="{BB962C8B-B14F-4D97-AF65-F5344CB8AC3E}">
        <p14:creationId xmlns:p14="http://schemas.microsoft.com/office/powerpoint/2010/main" val="7572411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Discussion</a:t>
            </a:r>
          </a:p>
          <a:p>
            <a:pPr lvl="1"/>
            <a:r>
              <a:rPr lang="vi-VN" dirty="0"/>
              <a:t>Đồ thị Quy mô Lớn (Large-scale Graph)</a:t>
            </a:r>
          </a:p>
          <a:p>
            <a:pPr lvl="2"/>
            <a:r>
              <a:rPr lang="vi-VN" dirty="0"/>
              <a:t>Khả năng mở rộng (scalability) của các mô hình là rất quan trọng để xử lý các đồ thị trong thế giới thực. Việc xử lý đầu vào có cấu trúc đồ thị trở nên đặc biệt khó khăn với các đồ thị lớn, nơi số lượng cạnh và nút có thể vượt quá giới hạn độ dài đầu vào của LLM (context window).</a:t>
            </a:r>
          </a:p>
          <a:p>
            <a:pPr lvl="2"/>
            <a:r>
              <a:rPr lang="vi-VN" dirty="0"/>
              <a:t>Do đó, việc quản lý hiệu quả các bài toán đồ thị quy mô lớn trong giới hạn của LLM là một lĩnh vực nghiên cứu quan trọng. Những tiến bộ trong lĩnh vực này có thể cho phép LLM xử lý các đồ thị phức tạp và lớn hơn, điều này rất cần thiết cho các ứng dụng trong thế giới thực trong các lĩnh vực như phân tích mạng xã hội, tin sinh học (bioinformatics), và xây dựng đồ thị tri thức.</a:t>
            </a:r>
          </a:p>
        </p:txBody>
      </p:sp>
    </p:spTree>
    <p:extLst>
      <p:ext uri="{BB962C8B-B14F-4D97-AF65-F5344CB8AC3E}">
        <p14:creationId xmlns:p14="http://schemas.microsoft.com/office/powerpoint/2010/main" val="5197337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FA82-2D9D-774C-A512-423C0AEBF894}"/>
              </a:ext>
            </a:extLst>
          </p:cNvPr>
          <p:cNvSpPr>
            <a:spLocks noGrp="1"/>
          </p:cNvSpPr>
          <p:nvPr>
            <p:ph type="title"/>
          </p:nvPr>
        </p:nvSpPr>
        <p:spPr/>
        <p:txBody>
          <a:bodyPr/>
          <a:lstStyle/>
          <a:p>
            <a:r>
              <a:rPr lang="vi-VN" dirty="0"/>
              <a:t>KNOWLEDGE INTEGRATION</a:t>
            </a:r>
          </a:p>
        </p:txBody>
      </p:sp>
      <p:sp>
        <p:nvSpPr>
          <p:cNvPr id="3" name="Content Placeholder 2">
            <a:extLst>
              <a:ext uri="{FF2B5EF4-FFF2-40B4-BE49-F238E27FC236}">
                <a16:creationId xmlns:a16="http://schemas.microsoft.com/office/drawing/2014/main" id="{C11A2719-7C4D-3F60-3CB0-22CDAC9DEDF7}"/>
              </a:ext>
            </a:extLst>
          </p:cNvPr>
          <p:cNvSpPr>
            <a:spLocks noGrp="1"/>
          </p:cNvSpPr>
          <p:nvPr>
            <p:ph idx="1"/>
          </p:nvPr>
        </p:nvSpPr>
        <p:spPr>
          <a:xfrm>
            <a:off x="838200" y="1439694"/>
            <a:ext cx="10515600" cy="5418306"/>
          </a:xfrm>
        </p:spPr>
        <p:txBody>
          <a:bodyPr>
            <a:noAutofit/>
          </a:bodyPr>
          <a:lstStyle/>
          <a:p>
            <a:pPr>
              <a:buFont typeface="Arial" panose="020B0604020202020204" pitchFamily="34" charset="0"/>
              <a:buChar char="•"/>
            </a:pPr>
            <a:r>
              <a:rPr lang="vi-VN" sz="2400" b="1" dirty="0">
                <a:effectLst/>
              </a:rPr>
              <a:t>Discussion</a:t>
            </a:r>
          </a:p>
          <a:p>
            <a:pPr lvl="1"/>
            <a:r>
              <a:rPr lang="vi-VN" dirty="0"/>
              <a:t>Đồ thị Quy mô Lớn (Large-scale Graph)</a:t>
            </a:r>
          </a:p>
          <a:p>
            <a:pPr lvl="2"/>
            <a:r>
              <a:rPr lang="vi-VN"/>
              <a:t>Giải </a:t>
            </a:r>
            <a:r>
              <a:rPr lang="vi-VN" dirty="0"/>
              <a:t>thích:</a:t>
            </a:r>
          </a:p>
          <a:p>
            <a:pPr lvl="3"/>
            <a:r>
              <a:rPr lang="vi-VN" dirty="0"/>
              <a:t>Vấn đề: Vấn đề này là sự kết hợp của hai điểm trên. Nếu một đồ thị có hàng triệu nút (ví dụ: mạng xã hội Facebook), bạn không thể nào biến nó thành một đoạn văn bản và nhét vừa vào cửa sổ ngữ cảnh 32k hay 128k token của LLM.</a:t>
            </a:r>
          </a:p>
          <a:p>
            <a:pPr lvl="3"/>
            <a:r>
              <a:rPr lang="vi-VN" dirty="0"/>
              <a:t>Thách thức: Cần có những phương pháp thông minh để tóm tắt, lấy mẫu, hoặc duyệt qua các đồ thị khổng lồ này để chỉ lấy ra phần thông tin cần thiết nhất, vừa vặn với "bộ nhớ ngắn hạn" (context window) của LLM.</a:t>
            </a:r>
          </a:p>
        </p:txBody>
      </p:sp>
    </p:spTree>
    <p:extLst>
      <p:ext uri="{BB962C8B-B14F-4D97-AF65-F5344CB8AC3E}">
        <p14:creationId xmlns:p14="http://schemas.microsoft.com/office/powerpoint/2010/main" val="1897298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1296</TotalTime>
  <Words>9221</Words>
  <Application>Microsoft Office PowerPoint</Application>
  <PresentationFormat>Widescreen</PresentationFormat>
  <Paragraphs>428</Paragraphs>
  <Slides>68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Aptos</vt:lpstr>
      <vt:lpstr>Aptos Display</vt:lpstr>
      <vt:lpstr>Arial</vt:lpstr>
      <vt:lpstr>Times New Roman</vt:lpstr>
      <vt:lpstr>Office Theme</vt:lpstr>
      <vt:lpstr>Knowledge Graph</vt:lpstr>
      <vt:lpstr>1. RAG, LLM + RAG và thách thức</vt:lpstr>
      <vt:lpstr>1. RAG, LLM + RAG và thách thức</vt:lpstr>
      <vt:lpstr>1. RAG, LLM + RAG và thách thức</vt:lpstr>
      <vt:lpstr>1. RAG, LLM + RAG và thách thức</vt:lpstr>
      <vt:lpstr>2. GraphRAG</vt:lpstr>
      <vt:lpstr>2. GraphRAG</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RETRIEVAL</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KG-based Retrofitting</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lpstr>KNOWLEDGE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Phạm Văn</dc:creator>
  <cp:lastModifiedBy>Minh Phạm Văn</cp:lastModifiedBy>
  <cp:revision>1</cp:revision>
  <dcterms:created xsi:type="dcterms:W3CDTF">2025-08-20T13:36:45Z</dcterms:created>
  <dcterms:modified xsi:type="dcterms:W3CDTF">2025-08-27T13:06:48Z</dcterms:modified>
</cp:coreProperties>
</file>